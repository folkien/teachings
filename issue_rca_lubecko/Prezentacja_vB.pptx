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Instrument Serif Italics" charset="1" panose="00000000000000000000"/>
      <p:regular r:id="rId32"/>
    </p:embeddedFont>
    <p:embeddedFont>
      <p:font typeface="Plus Jakarta Sans Bold" charset="1" panose="00000000000000000000"/>
      <p:regular r:id="rId33"/>
    </p:embeddedFont>
    <p:embeddedFont>
      <p:font typeface="Plus Jakarta Sans" charset="1" panose="000000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1500" y="571500"/>
            <a:ext cx="9874250" cy="9144000"/>
          </a:xfrm>
          <a:custGeom>
            <a:avLst/>
            <a:gdLst/>
            <a:ahLst/>
            <a:cxnLst/>
            <a:rect r="r" b="b" t="t" l="l"/>
            <a:pathLst>
              <a:path h="9144000" w="9874250">
                <a:moveTo>
                  <a:pt x="0" y="0"/>
                </a:moveTo>
                <a:lnTo>
                  <a:pt x="9874250" y="0"/>
                </a:lnTo>
                <a:lnTo>
                  <a:pt x="987425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1791" r="0" b="-2028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934312" y="2232158"/>
            <a:ext cx="8839477" cy="555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2"/>
              </a:lnSpc>
            </a:pPr>
            <a:r>
              <a:rPr lang="en-US" sz="18553" i="true">
                <a:solidFill>
                  <a:srgbClr val="FFFFE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</a:t>
            </a:r>
          </a:p>
          <a:p>
            <a:pPr algn="l">
              <a:lnSpc>
                <a:spcPts val="21892"/>
              </a:lnSpc>
            </a:pPr>
            <a:r>
              <a:rPr lang="en-US" sz="18553" i="true">
                <a:solidFill>
                  <a:srgbClr val="FFFFE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jest Alpha!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207145" y="7985373"/>
            <a:ext cx="1587816" cy="1189846"/>
          </a:xfrm>
          <a:custGeom>
            <a:avLst/>
            <a:gdLst/>
            <a:ahLst/>
            <a:cxnLst/>
            <a:rect r="r" b="b" t="t" l="l"/>
            <a:pathLst>
              <a:path h="1189846" w="1587816">
                <a:moveTo>
                  <a:pt x="0" y="0"/>
                </a:moveTo>
                <a:lnTo>
                  <a:pt x="1587817" y="0"/>
                </a:lnTo>
                <a:lnTo>
                  <a:pt x="1587817" y="1189845"/>
                </a:lnTo>
                <a:lnTo>
                  <a:pt x="0" y="1189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13523" y="6565900"/>
            <a:ext cx="1669777" cy="1251263"/>
          </a:xfrm>
          <a:custGeom>
            <a:avLst/>
            <a:gdLst/>
            <a:ahLst/>
            <a:cxnLst/>
            <a:rect r="r" b="b" t="t" l="l"/>
            <a:pathLst>
              <a:path h="1251263" w="1669777">
                <a:moveTo>
                  <a:pt x="0" y="0"/>
                </a:moveTo>
                <a:lnTo>
                  <a:pt x="1669777" y="0"/>
                </a:lnTo>
                <a:lnTo>
                  <a:pt x="1669777" y="1251263"/>
                </a:lnTo>
                <a:lnTo>
                  <a:pt x="0" y="12512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89777" y="825124"/>
            <a:ext cx="1945146" cy="1457614"/>
          </a:xfrm>
          <a:custGeom>
            <a:avLst/>
            <a:gdLst/>
            <a:ahLst/>
            <a:cxnLst/>
            <a:rect r="r" b="b" t="t" l="l"/>
            <a:pathLst>
              <a:path h="1457614" w="1945146">
                <a:moveTo>
                  <a:pt x="0" y="0"/>
                </a:moveTo>
                <a:lnTo>
                  <a:pt x="1945146" y="0"/>
                </a:lnTo>
                <a:lnTo>
                  <a:pt x="1945146" y="1457614"/>
                </a:lnTo>
                <a:lnTo>
                  <a:pt x="0" y="1457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75000" y="314177"/>
            <a:ext cx="1654418" cy="1239754"/>
          </a:xfrm>
          <a:custGeom>
            <a:avLst/>
            <a:gdLst/>
            <a:ahLst/>
            <a:cxnLst/>
            <a:rect r="r" b="b" t="t" l="l"/>
            <a:pathLst>
              <a:path h="1239754" w="1654418">
                <a:moveTo>
                  <a:pt x="0" y="0"/>
                </a:moveTo>
                <a:lnTo>
                  <a:pt x="1654418" y="0"/>
                </a:lnTo>
                <a:lnTo>
                  <a:pt x="1654418" y="1239754"/>
                </a:lnTo>
                <a:lnTo>
                  <a:pt x="0" y="12397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23900" y="7112000"/>
            <a:ext cx="2603500" cy="2603500"/>
          </a:xfrm>
          <a:custGeom>
            <a:avLst/>
            <a:gdLst/>
            <a:ahLst/>
            <a:cxnLst/>
            <a:rect r="r" b="b" t="t" l="l"/>
            <a:pathLst>
              <a:path h="2603500" w="2603500">
                <a:moveTo>
                  <a:pt x="0" y="0"/>
                </a:moveTo>
                <a:lnTo>
                  <a:pt x="2603500" y="0"/>
                </a:lnTo>
                <a:lnTo>
                  <a:pt x="2603500" y="2603500"/>
                </a:lnTo>
                <a:lnTo>
                  <a:pt x="0" y="2603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508142" y="8281978"/>
            <a:ext cx="1453755" cy="1089385"/>
          </a:xfrm>
          <a:custGeom>
            <a:avLst/>
            <a:gdLst/>
            <a:ahLst/>
            <a:cxnLst/>
            <a:rect r="r" b="b" t="t" l="l"/>
            <a:pathLst>
              <a:path h="1089385" w="1453755">
                <a:moveTo>
                  <a:pt x="0" y="0"/>
                </a:moveTo>
                <a:lnTo>
                  <a:pt x="1453755" y="0"/>
                </a:lnTo>
                <a:lnTo>
                  <a:pt x="1453755" y="1089385"/>
                </a:lnTo>
                <a:lnTo>
                  <a:pt x="0" y="10893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CB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1500" y="571500"/>
            <a:ext cx="9874250" cy="9144000"/>
          </a:xfrm>
          <a:custGeom>
            <a:avLst/>
            <a:gdLst/>
            <a:ahLst/>
            <a:cxnLst/>
            <a:rect r="r" b="b" t="t" l="l"/>
            <a:pathLst>
              <a:path h="9144000" w="9874250">
                <a:moveTo>
                  <a:pt x="0" y="0"/>
                </a:moveTo>
                <a:lnTo>
                  <a:pt x="9874250" y="0"/>
                </a:lnTo>
                <a:lnTo>
                  <a:pt x="987425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1791" r="0" b="-2028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934312" y="2232158"/>
            <a:ext cx="8839477" cy="555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2"/>
              </a:lnSpc>
            </a:pPr>
            <a:r>
              <a:rPr lang="en-US" sz="18553" i="true">
                <a:solidFill>
                  <a:srgbClr val="E42312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</a:t>
            </a:r>
          </a:p>
          <a:p>
            <a:pPr algn="l">
              <a:lnSpc>
                <a:spcPts val="21892"/>
              </a:lnSpc>
            </a:pPr>
            <a:r>
              <a:rPr lang="en-US" sz="18553" i="true">
                <a:solidFill>
                  <a:srgbClr val="E42312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jest Alpha!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207145" y="7985373"/>
            <a:ext cx="1587816" cy="1189846"/>
          </a:xfrm>
          <a:custGeom>
            <a:avLst/>
            <a:gdLst/>
            <a:ahLst/>
            <a:cxnLst/>
            <a:rect r="r" b="b" t="t" l="l"/>
            <a:pathLst>
              <a:path h="1189846" w="1587816">
                <a:moveTo>
                  <a:pt x="0" y="0"/>
                </a:moveTo>
                <a:lnTo>
                  <a:pt x="1587817" y="0"/>
                </a:lnTo>
                <a:lnTo>
                  <a:pt x="1587817" y="1189845"/>
                </a:lnTo>
                <a:lnTo>
                  <a:pt x="0" y="1189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13523" y="6565900"/>
            <a:ext cx="1669777" cy="1251263"/>
          </a:xfrm>
          <a:custGeom>
            <a:avLst/>
            <a:gdLst/>
            <a:ahLst/>
            <a:cxnLst/>
            <a:rect r="r" b="b" t="t" l="l"/>
            <a:pathLst>
              <a:path h="1251263" w="1669777">
                <a:moveTo>
                  <a:pt x="0" y="0"/>
                </a:moveTo>
                <a:lnTo>
                  <a:pt x="1669777" y="0"/>
                </a:lnTo>
                <a:lnTo>
                  <a:pt x="1669777" y="1251263"/>
                </a:lnTo>
                <a:lnTo>
                  <a:pt x="0" y="12512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89777" y="825124"/>
            <a:ext cx="1945146" cy="1457614"/>
          </a:xfrm>
          <a:custGeom>
            <a:avLst/>
            <a:gdLst/>
            <a:ahLst/>
            <a:cxnLst/>
            <a:rect r="r" b="b" t="t" l="l"/>
            <a:pathLst>
              <a:path h="1457614" w="1945146">
                <a:moveTo>
                  <a:pt x="0" y="0"/>
                </a:moveTo>
                <a:lnTo>
                  <a:pt x="1945146" y="0"/>
                </a:lnTo>
                <a:lnTo>
                  <a:pt x="1945146" y="1457614"/>
                </a:lnTo>
                <a:lnTo>
                  <a:pt x="0" y="1457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75000" y="314177"/>
            <a:ext cx="1654418" cy="1239754"/>
          </a:xfrm>
          <a:custGeom>
            <a:avLst/>
            <a:gdLst/>
            <a:ahLst/>
            <a:cxnLst/>
            <a:rect r="r" b="b" t="t" l="l"/>
            <a:pathLst>
              <a:path h="1239754" w="1654418">
                <a:moveTo>
                  <a:pt x="0" y="0"/>
                </a:moveTo>
                <a:lnTo>
                  <a:pt x="1654418" y="0"/>
                </a:lnTo>
                <a:lnTo>
                  <a:pt x="1654418" y="1239754"/>
                </a:lnTo>
                <a:lnTo>
                  <a:pt x="0" y="12397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23900" y="7112000"/>
            <a:ext cx="2603500" cy="2603500"/>
          </a:xfrm>
          <a:custGeom>
            <a:avLst/>
            <a:gdLst/>
            <a:ahLst/>
            <a:cxnLst/>
            <a:rect r="r" b="b" t="t" l="l"/>
            <a:pathLst>
              <a:path h="2603500" w="2603500">
                <a:moveTo>
                  <a:pt x="0" y="0"/>
                </a:moveTo>
                <a:lnTo>
                  <a:pt x="2603500" y="0"/>
                </a:lnTo>
                <a:lnTo>
                  <a:pt x="2603500" y="2603500"/>
                </a:lnTo>
                <a:lnTo>
                  <a:pt x="0" y="2603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508142" y="8281978"/>
            <a:ext cx="1453755" cy="1089385"/>
          </a:xfrm>
          <a:custGeom>
            <a:avLst/>
            <a:gdLst/>
            <a:ahLst/>
            <a:cxnLst/>
            <a:rect r="r" b="b" t="t" l="l"/>
            <a:pathLst>
              <a:path h="1089385" w="1453755">
                <a:moveTo>
                  <a:pt x="0" y="0"/>
                </a:moveTo>
                <a:lnTo>
                  <a:pt x="1453755" y="0"/>
                </a:lnTo>
                <a:lnTo>
                  <a:pt x="1453755" y="1089385"/>
                </a:lnTo>
                <a:lnTo>
                  <a:pt x="0" y="10893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F5B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1500" y="571500"/>
            <a:ext cx="9874250" cy="9144000"/>
          </a:xfrm>
          <a:custGeom>
            <a:avLst/>
            <a:gdLst/>
            <a:ahLst/>
            <a:cxnLst/>
            <a:rect r="r" b="b" t="t" l="l"/>
            <a:pathLst>
              <a:path h="9144000" w="9874250">
                <a:moveTo>
                  <a:pt x="0" y="0"/>
                </a:moveTo>
                <a:lnTo>
                  <a:pt x="9874250" y="0"/>
                </a:lnTo>
                <a:lnTo>
                  <a:pt x="987425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1791" r="0" b="-2028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934312" y="2232158"/>
            <a:ext cx="8839477" cy="555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2"/>
              </a:lnSpc>
            </a:pPr>
            <a:r>
              <a:rPr lang="en-US" sz="18553" i="true">
                <a:solidFill>
                  <a:srgbClr val="FFFFE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</a:t>
            </a:r>
          </a:p>
          <a:p>
            <a:pPr algn="l">
              <a:lnSpc>
                <a:spcPts val="21892"/>
              </a:lnSpc>
            </a:pPr>
            <a:r>
              <a:rPr lang="en-US" sz="18553" i="true">
                <a:solidFill>
                  <a:srgbClr val="FFFFE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jest Alpha!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207145" y="7985373"/>
            <a:ext cx="1587816" cy="1189846"/>
          </a:xfrm>
          <a:custGeom>
            <a:avLst/>
            <a:gdLst/>
            <a:ahLst/>
            <a:cxnLst/>
            <a:rect r="r" b="b" t="t" l="l"/>
            <a:pathLst>
              <a:path h="1189846" w="1587816">
                <a:moveTo>
                  <a:pt x="0" y="0"/>
                </a:moveTo>
                <a:lnTo>
                  <a:pt x="1587817" y="0"/>
                </a:lnTo>
                <a:lnTo>
                  <a:pt x="1587817" y="1189845"/>
                </a:lnTo>
                <a:lnTo>
                  <a:pt x="0" y="1189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13523" y="6565900"/>
            <a:ext cx="1669777" cy="1251263"/>
          </a:xfrm>
          <a:custGeom>
            <a:avLst/>
            <a:gdLst/>
            <a:ahLst/>
            <a:cxnLst/>
            <a:rect r="r" b="b" t="t" l="l"/>
            <a:pathLst>
              <a:path h="1251263" w="1669777">
                <a:moveTo>
                  <a:pt x="0" y="0"/>
                </a:moveTo>
                <a:lnTo>
                  <a:pt x="1669777" y="0"/>
                </a:lnTo>
                <a:lnTo>
                  <a:pt x="1669777" y="1251263"/>
                </a:lnTo>
                <a:lnTo>
                  <a:pt x="0" y="12512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89777" y="825124"/>
            <a:ext cx="1945146" cy="1457614"/>
          </a:xfrm>
          <a:custGeom>
            <a:avLst/>
            <a:gdLst/>
            <a:ahLst/>
            <a:cxnLst/>
            <a:rect r="r" b="b" t="t" l="l"/>
            <a:pathLst>
              <a:path h="1457614" w="1945146">
                <a:moveTo>
                  <a:pt x="0" y="0"/>
                </a:moveTo>
                <a:lnTo>
                  <a:pt x="1945146" y="0"/>
                </a:lnTo>
                <a:lnTo>
                  <a:pt x="1945146" y="1457614"/>
                </a:lnTo>
                <a:lnTo>
                  <a:pt x="0" y="1457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75000" y="314177"/>
            <a:ext cx="1654418" cy="1239754"/>
          </a:xfrm>
          <a:custGeom>
            <a:avLst/>
            <a:gdLst/>
            <a:ahLst/>
            <a:cxnLst/>
            <a:rect r="r" b="b" t="t" l="l"/>
            <a:pathLst>
              <a:path h="1239754" w="1654418">
                <a:moveTo>
                  <a:pt x="0" y="0"/>
                </a:moveTo>
                <a:lnTo>
                  <a:pt x="1654418" y="0"/>
                </a:lnTo>
                <a:lnTo>
                  <a:pt x="1654418" y="1239754"/>
                </a:lnTo>
                <a:lnTo>
                  <a:pt x="0" y="12397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23900" y="7112000"/>
            <a:ext cx="2603500" cy="2603500"/>
          </a:xfrm>
          <a:custGeom>
            <a:avLst/>
            <a:gdLst/>
            <a:ahLst/>
            <a:cxnLst/>
            <a:rect r="r" b="b" t="t" l="l"/>
            <a:pathLst>
              <a:path h="2603500" w="2603500">
                <a:moveTo>
                  <a:pt x="0" y="0"/>
                </a:moveTo>
                <a:lnTo>
                  <a:pt x="2603500" y="0"/>
                </a:lnTo>
                <a:lnTo>
                  <a:pt x="2603500" y="2603500"/>
                </a:lnTo>
                <a:lnTo>
                  <a:pt x="0" y="2603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508142" y="8281978"/>
            <a:ext cx="1453755" cy="1089385"/>
          </a:xfrm>
          <a:custGeom>
            <a:avLst/>
            <a:gdLst/>
            <a:ahLst/>
            <a:cxnLst/>
            <a:rect r="r" b="b" t="t" l="l"/>
            <a:pathLst>
              <a:path h="1089385" w="1453755">
                <a:moveTo>
                  <a:pt x="0" y="0"/>
                </a:moveTo>
                <a:lnTo>
                  <a:pt x="1453755" y="0"/>
                </a:lnTo>
                <a:lnTo>
                  <a:pt x="1453755" y="1089385"/>
                </a:lnTo>
                <a:lnTo>
                  <a:pt x="0" y="10893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4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1500" y="571500"/>
            <a:ext cx="9874250" cy="9144000"/>
          </a:xfrm>
          <a:custGeom>
            <a:avLst/>
            <a:gdLst/>
            <a:ahLst/>
            <a:cxnLst/>
            <a:rect r="r" b="b" t="t" l="l"/>
            <a:pathLst>
              <a:path h="9144000" w="9874250">
                <a:moveTo>
                  <a:pt x="0" y="0"/>
                </a:moveTo>
                <a:lnTo>
                  <a:pt x="9874250" y="0"/>
                </a:lnTo>
                <a:lnTo>
                  <a:pt x="987425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1791" r="0" b="-2028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934312" y="2232158"/>
            <a:ext cx="8839477" cy="555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2"/>
              </a:lnSpc>
            </a:pPr>
            <a:r>
              <a:rPr lang="en-US" sz="18553" i="true">
                <a:solidFill>
                  <a:srgbClr val="FFFFE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</a:t>
            </a:r>
          </a:p>
          <a:p>
            <a:pPr algn="l">
              <a:lnSpc>
                <a:spcPts val="21892"/>
              </a:lnSpc>
            </a:pPr>
            <a:r>
              <a:rPr lang="en-US" sz="18553" i="true">
                <a:solidFill>
                  <a:srgbClr val="FFFFE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jest Alpha!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207145" y="7985373"/>
            <a:ext cx="1587816" cy="1189846"/>
          </a:xfrm>
          <a:custGeom>
            <a:avLst/>
            <a:gdLst/>
            <a:ahLst/>
            <a:cxnLst/>
            <a:rect r="r" b="b" t="t" l="l"/>
            <a:pathLst>
              <a:path h="1189846" w="1587816">
                <a:moveTo>
                  <a:pt x="0" y="0"/>
                </a:moveTo>
                <a:lnTo>
                  <a:pt x="1587817" y="0"/>
                </a:lnTo>
                <a:lnTo>
                  <a:pt x="1587817" y="1189845"/>
                </a:lnTo>
                <a:lnTo>
                  <a:pt x="0" y="1189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13523" y="6565900"/>
            <a:ext cx="1669777" cy="1251263"/>
          </a:xfrm>
          <a:custGeom>
            <a:avLst/>
            <a:gdLst/>
            <a:ahLst/>
            <a:cxnLst/>
            <a:rect r="r" b="b" t="t" l="l"/>
            <a:pathLst>
              <a:path h="1251263" w="1669777">
                <a:moveTo>
                  <a:pt x="0" y="0"/>
                </a:moveTo>
                <a:lnTo>
                  <a:pt x="1669777" y="0"/>
                </a:lnTo>
                <a:lnTo>
                  <a:pt x="1669777" y="1251263"/>
                </a:lnTo>
                <a:lnTo>
                  <a:pt x="0" y="12512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89777" y="825124"/>
            <a:ext cx="1945146" cy="1457614"/>
          </a:xfrm>
          <a:custGeom>
            <a:avLst/>
            <a:gdLst/>
            <a:ahLst/>
            <a:cxnLst/>
            <a:rect r="r" b="b" t="t" l="l"/>
            <a:pathLst>
              <a:path h="1457614" w="1945146">
                <a:moveTo>
                  <a:pt x="0" y="0"/>
                </a:moveTo>
                <a:lnTo>
                  <a:pt x="1945146" y="0"/>
                </a:lnTo>
                <a:lnTo>
                  <a:pt x="1945146" y="1457614"/>
                </a:lnTo>
                <a:lnTo>
                  <a:pt x="0" y="1457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75000" y="314177"/>
            <a:ext cx="1654418" cy="1239754"/>
          </a:xfrm>
          <a:custGeom>
            <a:avLst/>
            <a:gdLst/>
            <a:ahLst/>
            <a:cxnLst/>
            <a:rect r="r" b="b" t="t" l="l"/>
            <a:pathLst>
              <a:path h="1239754" w="1654418">
                <a:moveTo>
                  <a:pt x="0" y="0"/>
                </a:moveTo>
                <a:lnTo>
                  <a:pt x="1654418" y="0"/>
                </a:lnTo>
                <a:lnTo>
                  <a:pt x="1654418" y="1239754"/>
                </a:lnTo>
                <a:lnTo>
                  <a:pt x="0" y="12397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23900" y="7112000"/>
            <a:ext cx="2603500" cy="2603500"/>
          </a:xfrm>
          <a:custGeom>
            <a:avLst/>
            <a:gdLst/>
            <a:ahLst/>
            <a:cxnLst/>
            <a:rect r="r" b="b" t="t" l="l"/>
            <a:pathLst>
              <a:path h="2603500" w="2603500">
                <a:moveTo>
                  <a:pt x="0" y="0"/>
                </a:moveTo>
                <a:lnTo>
                  <a:pt x="2603500" y="0"/>
                </a:lnTo>
                <a:lnTo>
                  <a:pt x="2603500" y="2603500"/>
                </a:lnTo>
                <a:lnTo>
                  <a:pt x="0" y="2603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508142" y="8281978"/>
            <a:ext cx="1453755" cy="1089385"/>
          </a:xfrm>
          <a:custGeom>
            <a:avLst/>
            <a:gdLst/>
            <a:ahLst/>
            <a:cxnLst/>
            <a:rect r="r" b="b" t="t" l="l"/>
            <a:pathLst>
              <a:path h="1089385" w="1453755">
                <a:moveTo>
                  <a:pt x="0" y="0"/>
                </a:moveTo>
                <a:lnTo>
                  <a:pt x="1453755" y="0"/>
                </a:lnTo>
                <a:lnTo>
                  <a:pt x="1453755" y="1089385"/>
                </a:lnTo>
                <a:lnTo>
                  <a:pt x="0" y="10893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28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1500" y="571500"/>
            <a:ext cx="9874250" cy="9144000"/>
          </a:xfrm>
          <a:custGeom>
            <a:avLst/>
            <a:gdLst/>
            <a:ahLst/>
            <a:cxnLst/>
            <a:rect r="r" b="b" t="t" l="l"/>
            <a:pathLst>
              <a:path h="9144000" w="9874250">
                <a:moveTo>
                  <a:pt x="0" y="0"/>
                </a:moveTo>
                <a:lnTo>
                  <a:pt x="9874250" y="0"/>
                </a:lnTo>
                <a:lnTo>
                  <a:pt x="987425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1791" r="0" b="-2028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934312" y="2232158"/>
            <a:ext cx="8839477" cy="555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2"/>
              </a:lnSpc>
            </a:pPr>
            <a:r>
              <a:rPr lang="en-US" sz="18553" i="true">
                <a:solidFill>
                  <a:srgbClr val="FFFFE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</a:t>
            </a:r>
          </a:p>
          <a:p>
            <a:pPr algn="l">
              <a:lnSpc>
                <a:spcPts val="21892"/>
              </a:lnSpc>
            </a:pPr>
            <a:r>
              <a:rPr lang="en-US" sz="18553" i="true">
                <a:solidFill>
                  <a:srgbClr val="FFFFE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jest Alpha!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207145" y="7985373"/>
            <a:ext cx="1587816" cy="1189846"/>
          </a:xfrm>
          <a:custGeom>
            <a:avLst/>
            <a:gdLst/>
            <a:ahLst/>
            <a:cxnLst/>
            <a:rect r="r" b="b" t="t" l="l"/>
            <a:pathLst>
              <a:path h="1189846" w="1587816">
                <a:moveTo>
                  <a:pt x="0" y="0"/>
                </a:moveTo>
                <a:lnTo>
                  <a:pt x="1587817" y="0"/>
                </a:lnTo>
                <a:lnTo>
                  <a:pt x="1587817" y="1189845"/>
                </a:lnTo>
                <a:lnTo>
                  <a:pt x="0" y="1189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13523" y="6565900"/>
            <a:ext cx="1669777" cy="1251263"/>
          </a:xfrm>
          <a:custGeom>
            <a:avLst/>
            <a:gdLst/>
            <a:ahLst/>
            <a:cxnLst/>
            <a:rect r="r" b="b" t="t" l="l"/>
            <a:pathLst>
              <a:path h="1251263" w="1669777">
                <a:moveTo>
                  <a:pt x="0" y="0"/>
                </a:moveTo>
                <a:lnTo>
                  <a:pt x="1669777" y="0"/>
                </a:lnTo>
                <a:lnTo>
                  <a:pt x="1669777" y="1251263"/>
                </a:lnTo>
                <a:lnTo>
                  <a:pt x="0" y="12512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89777" y="825124"/>
            <a:ext cx="1945146" cy="1457614"/>
          </a:xfrm>
          <a:custGeom>
            <a:avLst/>
            <a:gdLst/>
            <a:ahLst/>
            <a:cxnLst/>
            <a:rect r="r" b="b" t="t" l="l"/>
            <a:pathLst>
              <a:path h="1457614" w="1945146">
                <a:moveTo>
                  <a:pt x="0" y="0"/>
                </a:moveTo>
                <a:lnTo>
                  <a:pt x="1945146" y="0"/>
                </a:lnTo>
                <a:lnTo>
                  <a:pt x="1945146" y="1457614"/>
                </a:lnTo>
                <a:lnTo>
                  <a:pt x="0" y="1457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75000" y="314177"/>
            <a:ext cx="1654418" cy="1239754"/>
          </a:xfrm>
          <a:custGeom>
            <a:avLst/>
            <a:gdLst/>
            <a:ahLst/>
            <a:cxnLst/>
            <a:rect r="r" b="b" t="t" l="l"/>
            <a:pathLst>
              <a:path h="1239754" w="1654418">
                <a:moveTo>
                  <a:pt x="0" y="0"/>
                </a:moveTo>
                <a:lnTo>
                  <a:pt x="1654418" y="0"/>
                </a:lnTo>
                <a:lnTo>
                  <a:pt x="1654418" y="1239754"/>
                </a:lnTo>
                <a:lnTo>
                  <a:pt x="0" y="12397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23900" y="7112000"/>
            <a:ext cx="2603500" cy="2603500"/>
          </a:xfrm>
          <a:custGeom>
            <a:avLst/>
            <a:gdLst/>
            <a:ahLst/>
            <a:cxnLst/>
            <a:rect r="r" b="b" t="t" l="l"/>
            <a:pathLst>
              <a:path h="2603500" w="2603500">
                <a:moveTo>
                  <a:pt x="0" y="0"/>
                </a:moveTo>
                <a:lnTo>
                  <a:pt x="2603500" y="0"/>
                </a:lnTo>
                <a:lnTo>
                  <a:pt x="2603500" y="2603500"/>
                </a:lnTo>
                <a:lnTo>
                  <a:pt x="0" y="2603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508142" y="8281978"/>
            <a:ext cx="1453755" cy="1089385"/>
          </a:xfrm>
          <a:custGeom>
            <a:avLst/>
            <a:gdLst/>
            <a:ahLst/>
            <a:cxnLst/>
            <a:rect r="r" b="b" t="t" l="l"/>
            <a:pathLst>
              <a:path h="1089385" w="1453755">
                <a:moveTo>
                  <a:pt x="0" y="0"/>
                </a:moveTo>
                <a:lnTo>
                  <a:pt x="1453755" y="0"/>
                </a:lnTo>
                <a:lnTo>
                  <a:pt x="1453755" y="1089385"/>
                </a:lnTo>
                <a:lnTo>
                  <a:pt x="0" y="10893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22500" y="0"/>
            <a:ext cx="3365500" cy="10287000"/>
            <a:chOff x="0" y="0"/>
            <a:chExt cx="88638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6387" cy="2709333"/>
            </a:xfrm>
            <a:custGeom>
              <a:avLst/>
              <a:gdLst/>
              <a:ahLst/>
              <a:cxnLst/>
              <a:rect r="r" b="b" t="t" l="l"/>
              <a:pathLst>
                <a:path h="2709333" w="886387">
                  <a:moveTo>
                    <a:pt x="0" y="0"/>
                  </a:moveTo>
                  <a:lnTo>
                    <a:pt x="886387" y="0"/>
                  </a:lnTo>
                  <a:lnTo>
                    <a:pt x="88638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D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86387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617700" y="571500"/>
            <a:ext cx="2914258" cy="3894667"/>
          </a:xfrm>
          <a:custGeom>
            <a:avLst/>
            <a:gdLst/>
            <a:ahLst/>
            <a:cxnLst/>
            <a:rect r="r" b="b" t="t" l="l"/>
            <a:pathLst>
              <a:path h="3894667" w="2914258">
                <a:moveTo>
                  <a:pt x="0" y="0"/>
                </a:moveTo>
                <a:lnTo>
                  <a:pt x="2914258" y="0"/>
                </a:lnTo>
                <a:lnTo>
                  <a:pt x="2914258" y="3894667"/>
                </a:lnTo>
                <a:lnTo>
                  <a:pt x="0" y="3894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225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9D000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563850" y="7848600"/>
            <a:ext cx="1866900" cy="1866900"/>
          </a:xfrm>
          <a:custGeom>
            <a:avLst/>
            <a:gdLst/>
            <a:ahLst/>
            <a:cxnLst/>
            <a:rect r="r" b="b" t="t" l="l"/>
            <a:pathLst>
              <a:path h="1866900" w="1866900">
                <a:moveTo>
                  <a:pt x="0" y="0"/>
                </a:moveTo>
                <a:lnTo>
                  <a:pt x="1866900" y="0"/>
                </a:lnTo>
                <a:lnTo>
                  <a:pt x="18669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128592" y="6658754"/>
            <a:ext cx="1587816" cy="1189846"/>
          </a:xfrm>
          <a:custGeom>
            <a:avLst/>
            <a:gdLst/>
            <a:ahLst/>
            <a:cxnLst/>
            <a:rect r="r" b="b" t="t" l="l"/>
            <a:pathLst>
              <a:path h="1189846" w="1587816">
                <a:moveTo>
                  <a:pt x="0" y="0"/>
                </a:moveTo>
                <a:lnTo>
                  <a:pt x="1587816" y="0"/>
                </a:lnTo>
                <a:lnTo>
                  <a:pt x="1587816" y="1189846"/>
                </a:lnTo>
                <a:lnTo>
                  <a:pt x="0" y="11898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458177" y="3936624"/>
            <a:ext cx="1945146" cy="1457614"/>
          </a:xfrm>
          <a:custGeom>
            <a:avLst/>
            <a:gdLst/>
            <a:ahLst/>
            <a:cxnLst/>
            <a:rect r="r" b="b" t="t" l="l"/>
            <a:pathLst>
              <a:path h="1457614" w="1945146">
                <a:moveTo>
                  <a:pt x="0" y="0"/>
                </a:moveTo>
                <a:lnTo>
                  <a:pt x="1945146" y="0"/>
                </a:lnTo>
                <a:lnTo>
                  <a:pt x="1945146" y="1457613"/>
                </a:lnTo>
                <a:lnTo>
                  <a:pt x="0" y="14576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22500" y="0"/>
            <a:ext cx="3365500" cy="10287000"/>
            <a:chOff x="0" y="0"/>
            <a:chExt cx="88638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6387" cy="2709333"/>
            </a:xfrm>
            <a:custGeom>
              <a:avLst/>
              <a:gdLst/>
              <a:ahLst/>
              <a:cxnLst/>
              <a:rect r="r" b="b" t="t" l="l"/>
              <a:pathLst>
                <a:path h="2709333" w="886387">
                  <a:moveTo>
                    <a:pt x="0" y="0"/>
                  </a:moveTo>
                  <a:lnTo>
                    <a:pt x="886387" y="0"/>
                  </a:lnTo>
                  <a:lnTo>
                    <a:pt x="88638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ACBC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86387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617700" y="571500"/>
            <a:ext cx="2914258" cy="3894667"/>
          </a:xfrm>
          <a:custGeom>
            <a:avLst/>
            <a:gdLst/>
            <a:ahLst/>
            <a:cxnLst/>
            <a:rect r="r" b="b" t="t" l="l"/>
            <a:pathLst>
              <a:path h="3894667" w="2914258">
                <a:moveTo>
                  <a:pt x="0" y="0"/>
                </a:moveTo>
                <a:lnTo>
                  <a:pt x="2914258" y="0"/>
                </a:lnTo>
                <a:lnTo>
                  <a:pt x="2914258" y="3894667"/>
                </a:lnTo>
                <a:lnTo>
                  <a:pt x="0" y="3894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225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5817" y="7920567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E42312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128592" y="6658754"/>
            <a:ext cx="1587816" cy="1189846"/>
          </a:xfrm>
          <a:custGeom>
            <a:avLst/>
            <a:gdLst/>
            <a:ahLst/>
            <a:cxnLst/>
            <a:rect r="r" b="b" t="t" l="l"/>
            <a:pathLst>
              <a:path h="1189846" w="1587816">
                <a:moveTo>
                  <a:pt x="0" y="0"/>
                </a:moveTo>
                <a:lnTo>
                  <a:pt x="1587816" y="0"/>
                </a:lnTo>
                <a:lnTo>
                  <a:pt x="1587816" y="1189846"/>
                </a:lnTo>
                <a:lnTo>
                  <a:pt x="0" y="11898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458177" y="3936624"/>
            <a:ext cx="1945146" cy="1457614"/>
          </a:xfrm>
          <a:custGeom>
            <a:avLst/>
            <a:gdLst/>
            <a:ahLst/>
            <a:cxnLst/>
            <a:rect r="r" b="b" t="t" l="l"/>
            <a:pathLst>
              <a:path h="1457614" w="1945146">
                <a:moveTo>
                  <a:pt x="0" y="0"/>
                </a:moveTo>
                <a:lnTo>
                  <a:pt x="1945146" y="0"/>
                </a:lnTo>
                <a:lnTo>
                  <a:pt x="1945146" y="1457613"/>
                </a:lnTo>
                <a:lnTo>
                  <a:pt x="0" y="14576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22500" y="0"/>
            <a:ext cx="3365500" cy="10287000"/>
            <a:chOff x="0" y="0"/>
            <a:chExt cx="88638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6387" cy="2709333"/>
            </a:xfrm>
            <a:custGeom>
              <a:avLst/>
              <a:gdLst/>
              <a:ahLst/>
              <a:cxnLst/>
              <a:rect r="r" b="b" t="t" l="l"/>
              <a:pathLst>
                <a:path h="2709333" w="886387">
                  <a:moveTo>
                    <a:pt x="0" y="0"/>
                  </a:moveTo>
                  <a:lnTo>
                    <a:pt x="886387" y="0"/>
                  </a:lnTo>
                  <a:lnTo>
                    <a:pt x="88638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F5BA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86387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617700" y="571500"/>
            <a:ext cx="2914258" cy="3894667"/>
          </a:xfrm>
          <a:custGeom>
            <a:avLst/>
            <a:gdLst/>
            <a:ahLst/>
            <a:cxnLst/>
            <a:rect r="r" b="b" t="t" l="l"/>
            <a:pathLst>
              <a:path h="3894667" w="2914258">
                <a:moveTo>
                  <a:pt x="0" y="0"/>
                </a:moveTo>
                <a:lnTo>
                  <a:pt x="2914258" y="0"/>
                </a:lnTo>
                <a:lnTo>
                  <a:pt x="2914258" y="3894667"/>
                </a:lnTo>
                <a:lnTo>
                  <a:pt x="0" y="3894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225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5F5BA5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128592" y="6658754"/>
            <a:ext cx="1587816" cy="1189846"/>
          </a:xfrm>
          <a:custGeom>
            <a:avLst/>
            <a:gdLst/>
            <a:ahLst/>
            <a:cxnLst/>
            <a:rect r="r" b="b" t="t" l="l"/>
            <a:pathLst>
              <a:path h="1189846" w="1587816">
                <a:moveTo>
                  <a:pt x="0" y="0"/>
                </a:moveTo>
                <a:lnTo>
                  <a:pt x="1587816" y="0"/>
                </a:lnTo>
                <a:lnTo>
                  <a:pt x="1587816" y="1189846"/>
                </a:lnTo>
                <a:lnTo>
                  <a:pt x="0" y="11898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58177" y="3936624"/>
            <a:ext cx="1945146" cy="1457614"/>
          </a:xfrm>
          <a:custGeom>
            <a:avLst/>
            <a:gdLst/>
            <a:ahLst/>
            <a:cxnLst/>
            <a:rect r="r" b="b" t="t" l="l"/>
            <a:pathLst>
              <a:path h="1457614" w="1945146">
                <a:moveTo>
                  <a:pt x="0" y="0"/>
                </a:moveTo>
                <a:lnTo>
                  <a:pt x="1945146" y="0"/>
                </a:lnTo>
                <a:lnTo>
                  <a:pt x="1945146" y="1457613"/>
                </a:lnTo>
                <a:lnTo>
                  <a:pt x="0" y="14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63850" y="7848600"/>
            <a:ext cx="1866900" cy="1866900"/>
          </a:xfrm>
          <a:custGeom>
            <a:avLst/>
            <a:gdLst/>
            <a:ahLst/>
            <a:cxnLst/>
            <a:rect r="r" b="b" t="t" l="l"/>
            <a:pathLst>
              <a:path h="1866900" w="1866900">
                <a:moveTo>
                  <a:pt x="0" y="0"/>
                </a:moveTo>
                <a:lnTo>
                  <a:pt x="1866900" y="0"/>
                </a:lnTo>
                <a:lnTo>
                  <a:pt x="18669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22500" y="0"/>
            <a:ext cx="3365500" cy="10287000"/>
            <a:chOff x="0" y="0"/>
            <a:chExt cx="88638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6387" cy="2709333"/>
            </a:xfrm>
            <a:custGeom>
              <a:avLst/>
              <a:gdLst/>
              <a:ahLst/>
              <a:cxnLst/>
              <a:rect r="r" b="b" t="t" l="l"/>
              <a:pathLst>
                <a:path h="2709333" w="886387">
                  <a:moveTo>
                    <a:pt x="0" y="0"/>
                  </a:moveTo>
                  <a:lnTo>
                    <a:pt x="886387" y="0"/>
                  </a:lnTo>
                  <a:lnTo>
                    <a:pt x="88638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44A3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86387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617700" y="571500"/>
            <a:ext cx="2914258" cy="3894667"/>
          </a:xfrm>
          <a:custGeom>
            <a:avLst/>
            <a:gdLst/>
            <a:ahLst/>
            <a:cxnLst/>
            <a:rect r="r" b="b" t="t" l="l"/>
            <a:pathLst>
              <a:path h="3894667" w="2914258">
                <a:moveTo>
                  <a:pt x="0" y="0"/>
                </a:moveTo>
                <a:lnTo>
                  <a:pt x="2914258" y="0"/>
                </a:lnTo>
                <a:lnTo>
                  <a:pt x="2914258" y="3894667"/>
                </a:lnTo>
                <a:lnTo>
                  <a:pt x="0" y="3894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225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44A38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128592" y="6658754"/>
            <a:ext cx="1587816" cy="1189846"/>
          </a:xfrm>
          <a:custGeom>
            <a:avLst/>
            <a:gdLst/>
            <a:ahLst/>
            <a:cxnLst/>
            <a:rect r="r" b="b" t="t" l="l"/>
            <a:pathLst>
              <a:path h="1189846" w="1587816">
                <a:moveTo>
                  <a:pt x="0" y="0"/>
                </a:moveTo>
                <a:lnTo>
                  <a:pt x="1587816" y="0"/>
                </a:lnTo>
                <a:lnTo>
                  <a:pt x="1587816" y="1189846"/>
                </a:lnTo>
                <a:lnTo>
                  <a:pt x="0" y="11898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58177" y="3936624"/>
            <a:ext cx="1945146" cy="1457614"/>
          </a:xfrm>
          <a:custGeom>
            <a:avLst/>
            <a:gdLst/>
            <a:ahLst/>
            <a:cxnLst/>
            <a:rect r="r" b="b" t="t" l="l"/>
            <a:pathLst>
              <a:path h="1457614" w="1945146">
                <a:moveTo>
                  <a:pt x="0" y="0"/>
                </a:moveTo>
                <a:lnTo>
                  <a:pt x="1945146" y="0"/>
                </a:lnTo>
                <a:lnTo>
                  <a:pt x="1945146" y="1457613"/>
                </a:lnTo>
                <a:lnTo>
                  <a:pt x="0" y="14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63850" y="7848600"/>
            <a:ext cx="1866900" cy="1866900"/>
          </a:xfrm>
          <a:custGeom>
            <a:avLst/>
            <a:gdLst/>
            <a:ahLst/>
            <a:cxnLst/>
            <a:rect r="r" b="b" t="t" l="l"/>
            <a:pathLst>
              <a:path h="1866900" w="1866900">
                <a:moveTo>
                  <a:pt x="0" y="0"/>
                </a:moveTo>
                <a:lnTo>
                  <a:pt x="1866900" y="0"/>
                </a:lnTo>
                <a:lnTo>
                  <a:pt x="18669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22500" y="0"/>
            <a:ext cx="3365500" cy="10287000"/>
            <a:chOff x="0" y="0"/>
            <a:chExt cx="88638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6387" cy="2709333"/>
            </a:xfrm>
            <a:custGeom>
              <a:avLst/>
              <a:gdLst/>
              <a:ahLst/>
              <a:cxnLst/>
              <a:rect r="r" b="b" t="t" l="l"/>
              <a:pathLst>
                <a:path h="2709333" w="886387">
                  <a:moveTo>
                    <a:pt x="0" y="0"/>
                  </a:moveTo>
                  <a:lnTo>
                    <a:pt x="886387" y="0"/>
                  </a:lnTo>
                  <a:lnTo>
                    <a:pt x="88638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028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86387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617700" y="571500"/>
            <a:ext cx="2914258" cy="3894667"/>
          </a:xfrm>
          <a:custGeom>
            <a:avLst/>
            <a:gdLst/>
            <a:ahLst/>
            <a:cxnLst/>
            <a:rect r="r" b="b" t="t" l="l"/>
            <a:pathLst>
              <a:path h="3894667" w="2914258">
                <a:moveTo>
                  <a:pt x="0" y="0"/>
                </a:moveTo>
                <a:lnTo>
                  <a:pt x="2914258" y="0"/>
                </a:lnTo>
                <a:lnTo>
                  <a:pt x="2914258" y="3894667"/>
                </a:lnTo>
                <a:lnTo>
                  <a:pt x="0" y="3894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225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402854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128592" y="6658754"/>
            <a:ext cx="1587816" cy="1189846"/>
          </a:xfrm>
          <a:custGeom>
            <a:avLst/>
            <a:gdLst/>
            <a:ahLst/>
            <a:cxnLst/>
            <a:rect r="r" b="b" t="t" l="l"/>
            <a:pathLst>
              <a:path h="1189846" w="1587816">
                <a:moveTo>
                  <a:pt x="0" y="0"/>
                </a:moveTo>
                <a:lnTo>
                  <a:pt x="1587816" y="0"/>
                </a:lnTo>
                <a:lnTo>
                  <a:pt x="1587816" y="1189846"/>
                </a:lnTo>
                <a:lnTo>
                  <a:pt x="0" y="11898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58177" y="3936624"/>
            <a:ext cx="1945146" cy="1457614"/>
          </a:xfrm>
          <a:custGeom>
            <a:avLst/>
            <a:gdLst/>
            <a:ahLst/>
            <a:cxnLst/>
            <a:rect r="r" b="b" t="t" l="l"/>
            <a:pathLst>
              <a:path h="1457614" w="1945146">
                <a:moveTo>
                  <a:pt x="0" y="0"/>
                </a:moveTo>
                <a:lnTo>
                  <a:pt x="1945146" y="0"/>
                </a:lnTo>
                <a:lnTo>
                  <a:pt x="1945146" y="1457613"/>
                </a:lnTo>
                <a:lnTo>
                  <a:pt x="0" y="14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63850" y="7848600"/>
            <a:ext cx="1866900" cy="1866900"/>
          </a:xfrm>
          <a:custGeom>
            <a:avLst/>
            <a:gdLst/>
            <a:ahLst/>
            <a:cxnLst/>
            <a:rect r="r" b="b" t="t" l="l"/>
            <a:pathLst>
              <a:path h="1866900" w="1866900">
                <a:moveTo>
                  <a:pt x="0" y="0"/>
                </a:moveTo>
                <a:lnTo>
                  <a:pt x="1866900" y="0"/>
                </a:lnTo>
                <a:lnTo>
                  <a:pt x="18669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15975" y="4770967"/>
            <a:ext cx="4772025" cy="5516033"/>
          </a:xfrm>
          <a:custGeom>
            <a:avLst/>
            <a:gdLst/>
            <a:ahLst/>
            <a:cxnLst/>
            <a:rect r="r" b="b" t="t" l="l"/>
            <a:pathLst>
              <a:path h="5516033" w="4772025">
                <a:moveTo>
                  <a:pt x="0" y="0"/>
                </a:moveTo>
                <a:lnTo>
                  <a:pt x="4772025" y="0"/>
                </a:lnTo>
                <a:lnTo>
                  <a:pt x="4772025" y="5516033"/>
                </a:lnTo>
                <a:lnTo>
                  <a:pt x="0" y="5516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747" t="0" r="-3674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15975" y="0"/>
            <a:ext cx="4772025" cy="4770967"/>
          </a:xfrm>
          <a:custGeom>
            <a:avLst/>
            <a:gdLst/>
            <a:ahLst/>
            <a:cxnLst/>
            <a:rect r="r" b="b" t="t" l="l"/>
            <a:pathLst>
              <a:path h="4770967" w="4772025">
                <a:moveTo>
                  <a:pt x="0" y="0"/>
                </a:moveTo>
                <a:lnTo>
                  <a:pt x="4772025" y="0"/>
                </a:lnTo>
                <a:lnTo>
                  <a:pt x="4772025" y="4770967"/>
                </a:lnTo>
                <a:lnTo>
                  <a:pt x="0" y="47709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825" t="0" r="-12141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E42312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77636" y="8355731"/>
            <a:ext cx="5530538" cy="93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4"/>
              </a:lnSpc>
            </a:pPr>
            <a:r>
              <a:rPr lang="en-US" sz="6207" i="true">
                <a:solidFill>
                  <a:srgbClr val="E42312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jest Alpha!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57250" y="7920567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15975" y="4770967"/>
            <a:ext cx="4772025" cy="5516033"/>
          </a:xfrm>
          <a:custGeom>
            <a:avLst/>
            <a:gdLst/>
            <a:ahLst/>
            <a:cxnLst/>
            <a:rect r="r" b="b" t="t" l="l"/>
            <a:pathLst>
              <a:path h="5516033" w="4772025">
                <a:moveTo>
                  <a:pt x="0" y="0"/>
                </a:moveTo>
                <a:lnTo>
                  <a:pt x="4772025" y="0"/>
                </a:lnTo>
                <a:lnTo>
                  <a:pt x="4772025" y="5516033"/>
                </a:lnTo>
                <a:lnTo>
                  <a:pt x="0" y="5516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747" t="0" r="-3674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15975" y="0"/>
            <a:ext cx="4772025" cy="4770967"/>
          </a:xfrm>
          <a:custGeom>
            <a:avLst/>
            <a:gdLst/>
            <a:ahLst/>
            <a:cxnLst/>
            <a:rect r="r" b="b" t="t" l="l"/>
            <a:pathLst>
              <a:path h="4770967" w="4772025">
                <a:moveTo>
                  <a:pt x="0" y="0"/>
                </a:moveTo>
                <a:lnTo>
                  <a:pt x="4772025" y="0"/>
                </a:lnTo>
                <a:lnTo>
                  <a:pt x="4772025" y="4770967"/>
                </a:lnTo>
                <a:lnTo>
                  <a:pt x="0" y="47709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825" t="0" r="-1214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7250" y="7920567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5F5BA5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77636" y="8355731"/>
            <a:ext cx="5530538" cy="93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4"/>
              </a:lnSpc>
            </a:pPr>
            <a:r>
              <a:rPr lang="en-US" sz="6207" i="true">
                <a:solidFill>
                  <a:srgbClr val="5F5BA5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jest Alpha!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15975" y="4770967"/>
            <a:ext cx="4772025" cy="5516033"/>
          </a:xfrm>
          <a:custGeom>
            <a:avLst/>
            <a:gdLst/>
            <a:ahLst/>
            <a:cxnLst/>
            <a:rect r="r" b="b" t="t" l="l"/>
            <a:pathLst>
              <a:path h="5516033" w="4772025">
                <a:moveTo>
                  <a:pt x="0" y="0"/>
                </a:moveTo>
                <a:lnTo>
                  <a:pt x="4772025" y="0"/>
                </a:lnTo>
                <a:lnTo>
                  <a:pt x="4772025" y="5516033"/>
                </a:lnTo>
                <a:lnTo>
                  <a:pt x="0" y="5516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747" t="0" r="-3674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15975" y="0"/>
            <a:ext cx="4772025" cy="4770967"/>
          </a:xfrm>
          <a:custGeom>
            <a:avLst/>
            <a:gdLst/>
            <a:ahLst/>
            <a:cxnLst/>
            <a:rect r="r" b="b" t="t" l="l"/>
            <a:pathLst>
              <a:path h="4770967" w="4772025">
                <a:moveTo>
                  <a:pt x="0" y="0"/>
                </a:moveTo>
                <a:lnTo>
                  <a:pt x="4772025" y="0"/>
                </a:lnTo>
                <a:lnTo>
                  <a:pt x="4772025" y="4770967"/>
                </a:lnTo>
                <a:lnTo>
                  <a:pt x="0" y="47709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825" t="0" r="-1214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7250" y="7920567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9D000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77636" y="8355731"/>
            <a:ext cx="5530538" cy="93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4"/>
              </a:lnSpc>
            </a:pPr>
            <a:r>
              <a:rPr lang="en-US" sz="6207" i="true">
                <a:solidFill>
                  <a:srgbClr val="9D0000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jest Alpha!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35817" y="7920567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93303" y="8355731"/>
            <a:ext cx="5530538" cy="93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4"/>
              </a:lnSpc>
            </a:pPr>
            <a:r>
              <a:rPr lang="en-US" sz="6207" i="true">
                <a:solidFill>
                  <a:srgbClr val="E42312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jest Alpha!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E42312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35817" y="7920567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93303" y="8355731"/>
            <a:ext cx="5530538" cy="93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4"/>
              </a:lnSpc>
            </a:pPr>
            <a:r>
              <a:rPr lang="en-US" sz="6207" i="true">
                <a:solidFill>
                  <a:srgbClr val="9D0000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jest Alpha!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9D000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35817" y="7920567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93303" y="8355731"/>
            <a:ext cx="5530538" cy="93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4"/>
              </a:lnSpc>
            </a:pPr>
            <a:r>
              <a:rPr lang="en-US" sz="6207" i="true">
                <a:solidFill>
                  <a:srgbClr val="5F5BA5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jest Alpha!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5F5BA5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808383" y="-192617"/>
            <a:ext cx="2671233" cy="18288000"/>
            <a:chOff x="0" y="0"/>
            <a:chExt cx="703535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3535" cy="4816592"/>
            </a:xfrm>
            <a:custGeom>
              <a:avLst/>
              <a:gdLst/>
              <a:ahLst/>
              <a:cxnLst/>
              <a:rect r="r" b="b" t="t" l="l"/>
              <a:pathLst>
                <a:path h="4816592" w="703535">
                  <a:moveTo>
                    <a:pt x="0" y="0"/>
                  </a:moveTo>
                  <a:lnTo>
                    <a:pt x="703535" y="0"/>
                  </a:lnTo>
                  <a:lnTo>
                    <a:pt x="703535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9D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03535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567096" y="5820833"/>
            <a:ext cx="2914258" cy="3894667"/>
          </a:xfrm>
          <a:custGeom>
            <a:avLst/>
            <a:gdLst/>
            <a:ahLst/>
            <a:cxnLst/>
            <a:rect r="r" b="b" t="t" l="l"/>
            <a:pathLst>
              <a:path h="3894667" w="2914258">
                <a:moveTo>
                  <a:pt x="0" y="0"/>
                </a:moveTo>
                <a:lnTo>
                  <a:pt x="2914258" y="0"/>
                </a:lnTo>
                <a:lnTo>
                  <a:pt x="2914258" y="3894667"/>
                </a:lnTo>
                <a:lnTo>
                  <a:pt x="0" y="3894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225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9D000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57250" y="7848600"/>
            <a:ext cx="1866900" cy="1866900"/>
          </a:xfrm>
          <a:custGeom>
            <a:avLst/>
            <a:gdLst/>
            <a:ahLst/>
            <a:cxnLst/>
            <a:rect r="r" b="b" t="t" l="l"/>
            <a:pathLst>
              <a:path h="1866900" w="1866900">
                <a:moveTo>
                  <a:pt x="0" y="0"/>
                </a:moveTo>
                <a:lnTo>
                  <a:pt x="1866900" y="0"/>
                </a:lnTo>
                <a:lnTo>
                  <a:pt x="18669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329025" y="5225911"/>
            <a:ext cx="1587816" cy="1189846"/>
          </a:xfrm>
          <a:custGeom>
            <a:avLst/>
            <a:gdLst/>
            <a:ahLst/>
            <a:cxnLst/>
            <a:rect r="r" b="b" t="t" l="l"/>
            <a:pathLst>
              <a:path h="1189846" w="1587816">
                <a:moveTo>
                  <a:pt x="0" y="0"/>
                </a:moveTo>
                <a:lnTo>
                  <a:pt x="1587816" y="0"/>
                </a:lnTo>
                <a:lnTo>
                  <a:pt x="1587816" y="1189845"/>
                </a:lnTo>
                <a:lnTo>
                  <a:pt x="0" y="11898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36208" y="612774"/>
            <a:ext cx="1945146" cy="1457614"/>
          </a:xfrm>
          <a:custGeom>
            <a:avLst/>
            <a:gdLst/>
            <a:ahLst/>
            <a:cxnLst/>
            <a:rect r="r" b="b" t="t" l="l"/>
            <a:pathLst>
              <a:path h="1457614" w="1945146">
                <a:moveTo>
                  <a:pt x="0" y="0"/>
                </a:moveTo>
                <a:lnTo>
                  <a:pt x="1945146" y="0"/>
                </a:lnTo>
                <a:lnTo>
                  <a:pt x="1945146" y="1457614"/>
                </a:lnTo>
                <a:lnTo>
                  <a:pt x="0" y="1457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71804" y="8355731"/>
            <a:ext cx="5530538" cy="93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4"/>
              </a:lnSpc>
            </a:pPr>
            <a:r>
              <a:rPr lang="en-US" sz="6207" i="true">
                <a:solidFill>
                  <a:srgbClr val="FFFFE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jest Alpha!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808383" y="-192617"/>
            <a:ext cx="2671233" cy="18288000"/>
            <a:chOff x="0" y="0"/>
            <a:chExt cx="703535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3535" cy="4816592"/>
            </a:xfrm>
            <a:custGeom>
              <a:avLst/>
              <a:gdLst/>
              <a:ahLst/>
              <a:cxnLst/>
              <a:rect r="r" b="b" t="t" l="l"/>
              <a:pathLst>
                <a:path h="4816592" w="703535">
                  <a:moveTo>
                    <a:pt x="0" y="0"/>
                  </a:moveTo>
                  <a:lnTo>
                    <a:pt x="703535" y="0"/>
                  </a:lnTo>
                  <a:lnTo>
                    <a:pt x="703535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ACBC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03535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567096" y="5820833"/>
            <a:ext cx="2914258" cy="3894667"/>
          </a:xfrm>
          <a:custGeom>
            <a:avLst/>
            <a:gdLst/>
            <a:ahLst/>
            <a:cxnLst/>
            <a:rect r="r" b="b" t="t" l="l"/>
            <a:pathLst>
              <a:path h="3894667" w="2914258">
                <a:moveTo>
                  <a:pt x="0" y="0"/>
                </a:moveTo>
                <a:lnTo>
                  <a:pt x="2914258" y="0"/>
                </a:lnTo>
                <a:lnTo>
                  <a:pt x="2914258" y="3894667"/>
                </a:lnTo>
                <a:lnTo>
                  <a:pt x="0" y="3894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225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7250" y="7920567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329025" y="5225911"/>
            <a:ext cx="1587816" cy="1189846"/>
          </a:xfrm>
          <a:custGeom>
            <a:avLst/>
            <a:gdLst/>
            <a:ahLst/>
            <a:cxnLst/>
            <a:rect r="r" b="b" t="t" l="l"/>
            <a:pathLst>
              <a:path h="1189846" w="1587816">
                <a:moveTo>
                  <a:pt x="0" y="0"/>
                </a:moveTo>
                <a:lnTo>
                  <a:pt x="1587816" y="0"/>
                </a:lnTo>
                <a:lnTo>
                  <a:pt x="1587816" y="1189845"/>
                </a:lnTo>
                <a:lnTo>
                  <a:pt x="0" y="11898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536208" y="612774"/>
            <a:ext cx="1945146" cy="1457614"/>
          </a:xfrm>
          <a:custGeom>
            <a:avLst/>
            <a:gdLst/>
            <a:ahLst/>
            <a:cxnLst/>
            <a:rect r="r" b="b" t="t" l="l"/>
            <a:pathLst>
              <a:path h="1457614" w="1945146">
                <a:moveTo>
                  <a:pt x="0" y="0"/>
                </a:moveTo>
                <a:lnTo>
                  <a:pt x="1945146" y="0"/>
                </a:lnTo>
                <a:lnTo>
                  <a:pt x="1945146" y="1457614"/>
                </a:lnTo>
                <a:lnTo>
                  <a:pt x="0" y="1457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E42312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71804" y="8355731"/>
            <a:ext cx="5530538" cy="93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4"/>
              </a:lnSpc>
            </a:pPr>
            <a:r>
              <a:rPr lang="en-US" sz="6207" i="true">
                <a:solidFill>
                  <a:srgbClr val="E42312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jest Alpha!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808383" y="-192617"/>
            <a:ext cx="2671233" cy="18288000"/>
            <a:chOff x="0" y="0"/>
            <a:chExt cx="703535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3535" cy="4816592"/>
            </a:xfrm>
            <a:custGeom>
              <a:avLst/>
              <a:gdLst/>
              <a:ahLst/>
              <a:cxnLst/>
              <a:rect r="r" b="b" t="t" l="l"/>
              <a:pathLst>
                <a:path h="4816592" w="703535">
                  <a:moveTo>
                    <a:pt x="0" y="0"/>
                  </a:moveTo>
                  <a:lnTo>
                    <a:pt x="703535" y="0"/>
                  </a:lnTo>
                  <a:lnTo>
                    <a:pt x="703535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5F5BA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03535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567096" y="5820833"/>
            <a:ext cx="2914258" cy="3894667"/>
          </a:xfrm>
          <a:custGeom>
            <a:avLst/>
            <a:gdLst/>
            <a:ahLst/>
            <a:cxnLst/>
            <a:rect r="r" b="b" t="t" l="l"/>
            <a:pathLst>
              <a:path h="3894667" w="2914258">
                <a:moveTo>
                  <a:pt x="0" y="0"/>
                </a:moveTo>
                <a:lnTo>
                  <a:pt x="2914258" y="0"/>
                </a:lnTo>
                <a:lnTo>
                  <a:pt x="2914258" y="3894667"/>
                </a:lnTo>
                <a:lnTo>
                  <a:pt x="0" y="3894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225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5F5BA5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57250" y="7848600"/>
            <a:ext cx="1866900" cy="1866900"/>
          </a:xfrm>
          <a:custGeom>
            <a:avLst/>
            <a:gdLst/>
            <a:ahLst/>
            <a:cxnLst/>
            <a:rect r="r" b="b" t="t" l="l"/>
            <a:pathLst>
              <a:path h="1866900" w="1866900">
                <a:moveTo>
                  <a:pt x="0" y="0"/>
                </a:moveTo>
                <a:lnTo>
                  <a:pt x="1866900" y="0"/>
                </a:lnTo>
                <a:lnTo>
                  <a:pt x="18669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329025" y="5225911"/>
            <a:ext cx="1587816" cy="1189846"/>
          </a:xfrm>
          <a:custGeom>
            <a:avLst/>
            <a:gdLst/>
            <a:ahLst/>
            <a:cxnLst/>
            <a:rect r="r" b="b" t="t" l="l"/>
            <a:pathLst>
              <a:path h="1189846" w="1587816">
                <a:moveTo>
                  <a:pt x="0" y="0"/>
                </a:moveTo>
                <a:lnTo>
                  <a:pt x="1587816" y="0"/>
                </a:lnTo>
                <a:lnTo>
                  <a:pt x="1587816" y="1189845"/>
                </a:lnTo>
                <a:lnTo>
                  <a:pt x="0" y="11898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36208" y="612774"/>
            <a:ext cx="1945146" cy="1457614"/>
          </a:xfrm>
          <a:custGeom>
            <a:avLst/>
            <a:gdLst/>
            <a:ahLst/>
            <a:cxnLst/>
            <a:rect r="r" b="b" t="t" l="l"/>
            <a:pathLst>
              <a:path h="1457614" w="1945146">
                <a:moveTo>
                  <a:pt x="0" y="0"/>
                </a:moveTo>
                <a:lnTo>
                  <a:pt x="1945146" y="0"/>
                </a:lnTo>
                <a:lnTo>
                  <a:pt x="1945146" y="1457614"/>
                </a:lnTo>
                <a:lnTo>
                  <a:pt x="0" y="1457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71804" y="8355731"/>
            <a:ext cx="5530538" cy="93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4"/>
              </a:lnSpc>
            </a:pPr>
            <a:r>
              <a:rPr lang="en-US" sz="6207" i="true">
                <a:solidFill>
                  <a:srgbClr val="FFFFE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jest Alpha!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808383" y="-192617"/>
            <a:ext cx="2671233" cy="18288000"/>
            <a:chOff x="0" y="0"/>
            <a:chExt cx="703535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3535" cy="4816592"/>
            </a:xfrm>
            <a:custGeom>
              <a:avLst/>
              <a:gdLst/>
              <a:ahLst/>
              <a:cxnLst/>
              <a:rect r="r" b="b" t="t" l="l"/>
              <a:pathLst>
                <a:path h="4816592" w="703535">
                  <a:moveTo>
                    <a:pt x="0" y="0"/>
                  </a:moveTo>
                  <a:lnTo>
                    <a:pt x="703535" y="0"/>
                  </a:lnTo>
                  <a:lnTo>
                    <a:pt x="703535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144A3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03535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567096" y="5820833"/>
            <a:ext cx="2914258" cy="3894667"/>
          </a:xfrm>
          <a:custGeom>
            <a:avLst/>
            <a:gdLst/>
            <a:ahLst/>
            <a:cxnLst/>
            <a:rect r="r" b="b" t="t" l="l"/>
            <a:pathLst>
              <a:path h="3894667" w="2914258">
                <a:moveTo>
                  <a:pt x="0" y="0"/>
                </a:moveTo>
                <a:lnTo>
                  <a:pt x="2914258" y="0"/>
                </a:lnTo>
                <a:lnTo>
                  <a:pt x="2914258" y="3894667"/>
                </a:lnTo>
                <a:lnTo>
                  <a:pt x="0" y="3894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225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44A38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57250" y="7848600"/>
            <a:ext cx="1866900" cy="1866900"/>
          </a:xfrm>
          <a:custGeom>
            <a:avLst/>
            <a:gdLst/>
            <a:ahLst/>
            <a:cxnLst/>
            <a:rect r="r" b="b" t="t" l="l"/>
            <a:pathLst>
              <a:path h="1866900" w="1866900">
                <a:moveTo>
                  <a:pt x="0" y="0"/>
                </a:moveTo>
                <a:lnTo>
                  <a:pt x="1866900" y="0"/>
                </a:lnTo>
                <a:lnTo>
                  <a:pt x="18669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329025" y="5225911"/>
            <a:ext cx="1587816" cy="1189846"/>
          </a:xfrm>
          <a:custGeom>
            <a:avLst/>
            <a:gdLst/>
            <a:ahLst/>
            <a:cxnLst/>
            <a:rect r="r" b="b" t="t" l="l"/>
            <a:pathLst>
              <a:path h="1189846" w="1587816">
                <a:moveTo>
                  <a:pt x="0" y="0"/>
                </a:moveTo>
                <a:lnTo>
                  <a:pt x="1587816" y="0"/>
                </a:lnTo>
                <a:lnTo>
                  <a:pt x="1587816" y="1189845"/>
                </a:lnTo>
                <a:lnTo>
                  <a:pt x="0" y="11898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36208" y="612774"/>
            <a:ext cx="1945146" cy="1457614"/>
          </a:xfrm>
          <a:custGeom>
            <a:avLst/>
            <a:gdLst/>
            <a:ahLst/>
            <a:cxnLst/>
            <a:rect r="r" b="b" t="t" l="l"/>
            <a:pathLst>
              <a:path h="1457614" w="1945146">
                <a:moveTo>
                  <a:pt x="0" y="0"/>
                </a:moveTo>
                <a:lnTo>
                  <a:pt x="1945146" y="0"/>
                </a:lnTo>
                <a:lnTo>
                  <a:pt x="1945146" y="1457614"/>
                </a:lnTo>
                <a:lnTo>
                  <a:pt x="0" y="1457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71804" y="8355731"/>
            <a:ext cx="5530538" cy="93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4"/>
              </a:lnSpc>
            </a:pPr>
            <a:r>
              <a:rPr lang="en-US" sz="6207" i="true">
                <a:solidFill>
                  <a:srgbClr val="FFFFE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jest Alpha!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808383" y="-192617"/>
            <a:ext cx="2671233" cy="18288000"/>
            <a:chOff x="0" y="0"/>
            <a:chExt cx="703535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3535" cy="4816592"/>
            </a:xfrm>
            <a:custGeom>
              <a:avLst/>
              <a:gdLst/>
              <a:ahLst/>
              <a:cxnLst/>
              <a:rect r="r" b="b" t="t" l="l"/>
              <a:pathLst>
                <a:path h="4816592" w="703535">
                  <a:moveTo>
                    <a:pt x="0" y="0"/>
                  </a:moveTo>
                  <a:lnTo>
                    <a:pt x="703535" y="0"/>
                  </a:lnTo>
                  <a:lnTo>
                    <a:pt x="703535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4028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03535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567096" y="5820833"/>
            <a:ext cx="2914258" cy="3894667"/>
          </a:xfrm>
          <a:custGeom>
            <a:avLst/>
            <a:gdLst/>
            <a:ahLst/>
            <a:cxnLst/>
            <a:rect r="r" b="b" t="t" l="l"/>
            <a:pathLst>
              <a:path h="3894667" w="2914258">
                <a:moveTo>
                  <a:pt x="0" y="0"/>
                </a:moveTo>
                <a:lnTo>
                  <a:pt x="2914258" y="0"/>
                </a:lnTo>
                <a:lnTo>
                  <a:pt x="2914258" y="3894667"/>
                </a:lnTo>
                <a:lnTo>
                  <a:pt x="0" y="3894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225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402854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57250" y="7848600"/>
            <a:ext cx="1866900" cy="1866900"/>
          </a:xfrm>
          <a:custGeom>
            <a:avLst/>
            <a:gdLst/>
            <a:ahLst/>
            <a:cxnLst/>
            <a:rect r="r" b="b" t="t" l="l"/>
            <a:pathLst>
              <a:path h="1866900" w="1866900">
                <a:moveTo>
                  <a:pt x="0" y="0"/>
                </a:moveTo>
                <a:lnTo>
                  <a:pt x="1866900" y="0"/>
                </a:lnTo>
                <a:lnTo>
                  <a:pt x="18669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329025" y="5225911"/>
            <a:ext cx="1587816" cy="1189846"/>
          </a:xfrm>
          <a:custGeom>
            <a:avLst/>
            <a:gdLst/>
            <a:ahLst/>
            <a:cxnLst/>
            <a:rect r="r" b="b" t="t" l="l"/>
            <a:pathLst>
              <a:path h="1189846" w="1587816">
                <a:moveTo>
                  <a:pt x="0" y="0"/>
                </a:moveTo>
                <a:lnTo>
                  <a:pt x="1587816" y="0"/>
                </a:lnTo>
                <a:lnTo>
                  <a:pt x="1587816" y="1189845"/>
                </a:lnTo>
                <a:lnTo>
                  <a:pt x="0" y="11898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36208" y="612774"/>
            <a:ext cx="1945146" cy="1457614"/>
          </a:xfrm>
          <a:custGeom>
            <a:avLst/>
            <a:gdLst/>
            <a:ahLst/>
            <a:cxnLst/>
            <a:rect r="r" b="b" t="t" l="l"/>
            <a:pathLst>
              <a:path h="1457614" w="1945146">
                <a:moveTo>
                  <a:pt x="0" y="0"/>
                </a:moveTo>
                <a:lnTo>
                  <a:pt x="1945146" y="0"/>
                </a:lnTo>
                <a:lnTo>
                  <a:pt x="1945146" y="1457614"/>
                </a:lnTo>
                <a:lnTo>
                  <a:pt x="0" y="1457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71804" y="8355731"/>
            <a:ext cx="5530538" cy="93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4"/>
              </a:lnSpc>
            </a:pPr>
            <a:r>
              <a:rPr lang="en-US" sz="6207" i="true">
                <a:solidFill>
                  <a:srgbClr val="FFFFE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jest Alpha!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63850" y="7848600"/>
            <a:ext cx="1866900" cy="1866900"/>
          </a:xfrm>
          <a:custGeom>
            <a:avLst/>
            <a:gdLst/>
            <a:ahLst/>
            <a:cxnLst/>
            <a:rect r="r" b="b" t="t" l="l"/>
            <a:pathLst>
              <a:path h="1866900" w="1866900">
                <a:moveTo>
                  <a:pt x="0" y="0"/>
                </a:moveTo>
                <a:lnTo>
                  <a:pt x="1866900" y="0"/>
                </a:lnTo>
                <a:lnTo>
                  <a:pt x="18669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6670" y="7046792"/>
            <a:ext cx="2160299" cy="1618841"/>
          </a:xfrm>
          <a:custGeom>
            <a:avLst/>
            <a:gdLst/>
            <a:ahLst/>
            <a:cxnLst/>
            <a:rect r="r" b="b" t="t" l="l"/>
            <a:pathLst>
              <a:path h="1618841" w="2160299">
                <a:moveTo>
                  <a:pt x="0" y="0"/>
                </a:moveTo>
                <a:lnTo>
                  <a:pt x="2160300" y="0"/>
                </a:lnTo>
                <a:lnTo>
                  <a:pt x="2160300" y="1618841"/>
                </a:lnTo>
                <a:lnTo>
                  <a:pt x="0" y="16188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68006" y="8817626"/>
            <a:ext cx="1198188" cy="897874"/>
          </a:xfrm>
          <a:custGeom>
            <a:avLst/>
            <a:gdLst/>
            <a:ahLst/>
            <a:cxnLst/>
            <a:rect r="r" b="b" t="t" l="l"/>
            <a:pathLst>
              <a:path h="897874" w="1198188">
                <a:moveTo>
                  <a:pt x="0" y="0"/>
                </a:moveTo>
                <a:lnTo>
                  <a:pt x="1198188" y="0"/>
                </a:lnTo>
                <a:lnTo>
                  <a:pt x="1198188" y="897874"/>
                </a:lnTo>
                <a:lnTo>
                  <a:pt x="0" y="8978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38722" y="899934"/>
            <a:ext cx="1453755" cy="1089385"/>
          </a:xfrm>
          <a:custGeom>
            <a:avLst/>
            <a:gdLst/>
            <a:ahLst/>
            <a:cxnLst/>
            <a:rect r="r" b="b" t="t" l="l"/>
            <a:pathLst>
              <a:path h="1089385" w="1453755">
                <a:moveTo>
                  <a:pt x="0" y="0"/>
                </a:moveTo>
                <a:lnTo>
                  <a:pt x="1453755" y="0"/>
                </a:lnTo>
                <a:lnTo>
                  <a:pt x="1453755" y="1089385"/>
                </a:lnTo>
                <a:lnTo>
                  <a:pt x="0" y="10893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ACBC7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CB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35817" y="7920567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6670" y="7046792"/>
            <a:ext cx="2160299" cy="1618841"/>
          </a:xfrm>
          <a:custGeom>
            <a:avLst/>
            <a:gdLst/>
            <a:ahLst/>
            <a:cxnLst/>
            <a:rect r="r" b="b" t="t" l="l"/>
            <a:pathLst>
              <a:path h="1618841" w="2160299">
                <a:moveTo>
                  <a:pt x="0" y="0"/>
                </a:moveTo>
                <a:lnTo>
                  <a:pt x="2160300" y="0"/>
                </a:lnTo>
                <a:lnTo>
                  <a:pt x="2160300" y="1618841"/>
                </a:lnTo>
                <a:lnTo>
                  <a:pt x="0" y="16188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68006" y="8817626"/>
            <a:ext cx="1198188" cy="897874"/>
          </a:xfrm>
          <a:custGeom>
            <a:avLst/>
            <a:gdLst/>
            <a:ahLst/>
            <a:cxnLst/>
            <a:rect r="r" b="b" t="t" l="l"/>
            <a:pathLst>
              <a:path h="897874" w="1198188">
                <a:moveTo>
                  <a:pt x="0" y="0"/>
                </a:moveTo>
                <a:lnTo>
                  <a:pt x="1198188" y="0"/>
                </a:lnTo>
                <a:lnTo>
                  <a:pt x="1198188" y="897874"/>
                </a:lnTo>
                <a:lnTo>
                  <a:pt x="0" y="897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38722" y="899934"/>
            <a:ext cx="1453755" cy="1089385"/>
          </a:xfrm>
          <a:custGeom>
            <a:avLst/>
            <a:gdLst/>
            <a:ahLst/>
            <a:cxnLst/>
            <a:rect r="r" b="b" t="t" l="l"/>
            <a:pathLst>
              <a:path h="1089385" w="1453755">
                <a:moveTo>
                  <a:pt x="0" y="0"/>
                </a:moveTo>
                <a:lnTo>
                  <a:pt x="1453755" y="0"/>
                </a:lnTo>
                <a:lnTo>
                  <a:pt x="1453755" y="1089385"/>
                </a:lnTo>
                <a:lnTo>
                  <a:pt x="0" y="10893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E42312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F5B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63850" y="7848600"/>
            <a:ext cx="1866900" cy="1866900"/>
          </a:xfrm>
          <a:custGeom>
            <a:avLst/>
            <a:gdLst/>
            <a:ahLst/>
            <a:cxnLst/>
            <a:rect r="r" b="b" t="t" l="l"/>
            <a:pathLst>
              <a:path h="1866900" w="1866900">
                <a:moveTo>
                  <a:pt x="0" y="0"/>
                </a:moveTo>
                <a:lnTo>
                  <a:pt x="1866900" y="0"/>
                </a:lnTo>
                <a:lnTo>
                  <a:pt x="18669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6670" y="7046792"/>
            <a:ext cx="2160299" cy="1618841"/>
          </a:xfrm>
          <a:custGeom>
            <a:avLst/>
            <a:gdLst/>
            <a:ahLst/>
            <a:cxnLst/>
            <a:rect r="r" b="b" t="t" l="l"/>
            <a:pathLst>
              <a:path h="1618841" w="2160299">
                <a:moveTo>
                  <a:pt x="0" y="0"/>
                </a:moveTo>
                <a:lnTo>
                  <a:pt x="2160300" y="0"/>
                </a:lnTo>
                <a:lnTo>
                  <a:pt x="2160300" y="1618841"/>
                </a:lnTo>
                <a:lnTo>
                  <a:pt x="0" y="16188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68006" y="8817626"/>
            <a:ext cx="1198188" cy="897874"/>
          </a:xfrm>
          <a:custGeom>
            <a:avLst/>
            <a:gdLst/>
            <a:ahLst/>
            <a:cxnLst/>
            <a:rect r="r" b="b" t="t" l="l"/>
            <a:pathLst>
              <a:path h="897874" w="1198188">
                <a:moveTo>
                  <a:pt x="0" y="0"/>
                </a:moveTo>
                <a:lnTo>
                  <a:pt x="1198188" y="0"/>
                </a:lnTo>
                <a:lnTo>
                  <a:pt x="1198188" y="897874"/>
                </a:lnTo>
                <a:lnTo>
                  <a:pt x="0" y="8978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38722" y="899934"/>
            <a:ext cx="1453755" cy="1089385"/>
          </a:xfrm>
          <a:custGeom>
            <a:avLst/>
            <a:gdLst/>
            <a:ahLst/>
            <a:cxnLst/>
            <a:rect r="r" b="b" t="t" l="l"/>
            <a:pathLst>
              <a:path h="1089385" w="1453755">
                <a:moveTo>
                  <a:pt x="0" y="0"/>
                </a:moveTo>
                <a:lnTo>
                  <a:pt x="1453755" y="0"/>
                </a:lnTo>
                <a:lnTo>
                  <a:pt x="1453755" y="1089385"/>
                </a:lnTo>
                <a:lnTo>
                  <a:pt x="0" y="10893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ACBC7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4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63850" y="7848600"/>
            <a:ext cx="1866900" cy="1866900"/>
          </a:xfrm>
          <a:custGeom>
            <a:avLst/>
            <a:gdLst/>
            <a:ahLst/>
            <a:cxnLst/>
            <a:rect r="r" b="b" t="t" l="l"/>
            <a:pathLst>
              <a:path h="1866900" w="1866900">
                <a:moveTo>
                  <a:pt x="0" y="0"/>
                </a:moveTo>
                <a:lnTo>
                  <a:pt x="1866900" y="0"/>
                </a:lnTo>
                <a:lnTo>
                  <a:pt x="18669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6670" y="7046792"/>
            <a:ext cx="2160299" cy="1618841"/>
          </a:xfrm>
          <a:custGeom>
            <a:avLst/>
            <a:gdLst/>
            <a:ahLst/>
            <a:cxnLst/>
            <a:rect r="r" b="b" t="t" l="l"/>
            <a:pathLst>
              <a:path h="1618841" w="2160299">
                <a:moveTo>
                  <a:pt x="0" y="0"/>
                </a:moveTo>
                <a:lnTo>
                  <a:pt x="2160300" y="0"/>
                </a:lnTo>
                <a:lnTo>
                  <a:pt x="2160300" y="1618841"/>
                </a:lnTo>
                <a:lnTo>
                  <a:pt x="0" y="16188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68006" y="8817626"/>
            <a:ext cx="1198188" cy="897874"/>
          </a:xfrm>
          <a:custGeom>
            <a:avLst/>
            <a:gdLst/>
            <a:ahLst/>
            <a:cxnLst/>
            <a:rect r="r" b="b" t="t" l="l"/>
            <a:pathLst>
              <a:path h="897874" w="1198188">
                <a:moveTo>
                  <a:pt x="0" y="0"/>
                </a:moveTo>
                <a:lnTo>
                  <a:pt x="1198188" y="0"/>
                </a:lnTo>
                <a:lnTo>
                  <a:pt x="1198188" y="897874"/>
                </a:lnTo>
                <a:lnTo>
                  <a:pt x="0" y="8978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38722" y="899934"/>
            <a:ext cx="1453755" cy="1089385"/>
          </a:xfrm>
          <a:custGeom>
            <a:avLst/>
            <a:gdLst/>
            <a:ahLst/>
            <a:cxnLst/>
            <a:rect r="r" b="b" t="t" l="l"/>
            <a:pathLst>
              <a:path h="1089385" w="1453755">
                <a:moveTo>
                  <a:pt x="0" y="0"/>
                </a:moveTo>
                <a:lnTo>
                  <a:pt x="1453755" y="0"/>
                </a:lnTo>
                <a:lnTo>
                  <a:pt x="1453755" y="1089385"/>
                </a:lnTo>
                <a:lnTo>
                  <a:pt x="0" y="10893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ACBC7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28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63850" y="7848600"/>
            <a:ext cx="1866900" cy="1866900"/>
          </a:xfrm>
          <a:custGeom>
            <a:avLst/>
            <a:gdLst/>
            <a:ahLst/>
            <a:cxnLst/>
            <a:rect r="r" b="b" t="t" l="l"/>
            <a:pathLst>
              <a:path h="1866900" w="1866900">
                <a:moveTo>
                  <a:pt x="0" y="0"/>
                </a:moveTo>
                <a:lnTo>
                  <a:pt x="1866900" y="0"/>
                </a:lnTo>
                <a:lnTo>
                  <a:pt x="18669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6670" y="7046792"/>
            <a:ext cx="2160299" cy="1618841"/>
          </a:xfrm>
          <a:custGeom>
            <a:avLst/>
            <a:gdLst/>
            <a:ahLst/>
            <a:cxnLst/>
            <a:rect r="r" b="b" t="t" l="l"/>
            <a:pathLst>
              <a:path h="1618841" w="2160299">
                <a:moveTo>
                  <a:pt x="0" y="0"/>
                </a:moveTo>
                <a:lnTo>
                  <a:pt x="2160300" y="0"/>
                </a:lnTo>
                <a:lnTo>
                  <a:pt x="2160300" y="1618841"/>
                </a:lnTo>
                <a:lnTo>
                  <a:pt x="0" y="16188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68006" y="8817626"/>
            <a:ext cx="1198188" cy="897874"/>
          </a:xfrm>
          <a:custGeom>
            <a:avLst/>
            <a:gdLst/>
            <a:ahLst/>
            <a:cxnLst/>
            <a:rect r="r" b="b" t="t" l="l"/>
            <a:pathLst>
              <a:path h="897874" w="1198188">
                <a:moveTo>
                  <a:pt x="0" y="0"/>
                </a:moveTo>
                <a:lnTo>
                  <a:pt x="1198188" y="0"/>
                </a:lnTo>
                <a:lnTo>
                  <a:pt x="1198188" y="897874"/>
                </a:lnTo>
                <a:lnTo>
                  <a:pt x="0" y="8978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38722" y="899934"/>
            <a:ext cx="1453755" cy="1089385"/>
          </a:xfrm>
          <a:custGeom>
            <a:avLst/>
            <a:gdLst/>
            <a:ahLst/>
            <a:cxnLst/>
            <a:rect r="r" b="b" t="t" l="l"/>
            <a:pathLst>
              <a:path h="1089385" w="1453755">
                <a:moveTo>
                  <a:pt x="0" y="0"/>
                </a:moveTo>
                <a:lnTo>
                  <a:pt x="1453755" y="0"/>
                </a:lnTo>
                <a:lnTo>
                  <a:pt x="1453755" y="1089385"/>
                </a:lnTo>
                <a:lnTo>
                  <a:pt x="0" y="10893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ACBC7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DAHC41Hqc6M</dc:identifier>
  <dcterms:modified xsi:type="dcterms:W3CDTF">2011-08-01T06:04:30Z</dcterms:modified>
  <cp:revision>1</cp:revision>
  <dc:title>Prezentacja_vB</dc:title>
</cp:coreProperties>
</file>