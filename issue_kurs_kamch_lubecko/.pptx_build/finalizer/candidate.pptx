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bb79be8e244875" /><Relationship Type="http://schemas.openxmlformats.org/officeDocument/2006/relationships/extended-properties" Target="/docProps/app.xml" Id="Rc956652aa35e4769" /><Relationship Type="http://schemas.openxmlformats.org/officeDocument/2006/relationships/officeDocument" Target="/ppt/presentation.xml" Id="Raa4ed0b80980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370e8164b4b55"/>
  </p:sldMasterIdLst>
  <p:notesMasterIdLst>
    <p:notesMasterId xmlns:r="http://schemas.openxmlformats.org/officeDocument/2006/relationships" r:id="Rd21133129f134b52"/>
  </p:notesMasterIdLst>
  <p:sldIdLst>
    <p:sldId xmlns:r="http://schemas.openxmlformats.org/officeDocument/2006/relationships" id="256" r:id="R96ce182a4c324136"/>
    <p:sldId xmlns:r="http://schemas.openxmlformats.org/officeDocument/2006/relationships" id="257" r:id="R6ee5f2b63f5c4379"/>
    <p:sldId xmlns:r="http://schemas.openxmlformats.org/officeDocument/2006/relationships" id="258" r:id="Rbab30117992b43bd"/>
    <p:sldId xmlns:r="http://schemas.openxmlformats.org/officeDocument/2006/relationships" id="259" r:id="R5c137424d72f43a5"/>
    <p:sldId xmlns:r="http://schemas.openxmlformats.org/officeDocument/2006/relationships" id="260" r:id="Re268718a79a74680"/>
    <p:sldId xmlns:r="http://schemas.openxmlformats.org/officeDocument/2006/relationships" id="261" r:id="R9480fc349f9f4687"/>
    <p:sldId xmlns:r="http://schemas.openxmlformats.org/officeDocument/2006/relationships" id="262" r:id="Rfa9c5815dfcf433b"/>
    <p:sldId xmlns:r="http://schemas.openxmlformats.org/officeDocument/2006/relationships" id="263" r:id="R91f4e0f42fe84858"/>
    <p:sldId xmlns:r="http://schemas.openxmlformats.org/officeDocument/2006/relationships" id="264" r:id="R824029568c5f4f35"/>
    <p:sldId xmlns:r="http://schemas.openxmlformats.org/officeDocument/2006/relationships" id="265" r:id="R65cfb17c82b544db"/>
    <p:sldId xmlns:r="http://schemas.openxmlformats.org/officeDocument/2006/relationships" id="266" r:id="R0209a34e00d94fec"/>
    <p:sldId xmlns:r="http://schemas.openxmlformats.org/officeDocument/2006/relationships" id="267" r:id="R538f0533f0f045ac"/>
    <p:sldId xmlns:r="http://schemas.openxmlformats.org/officeDocument/2006/relationships" id="268" r:id="Rbbf18446f5c54f88"/>
    <p:sldId xmlns:r="http://schemas.openxmlformats.org/officeDocument/2006/relationships" id="269" r:id="R84e13f5155b94ef2"/>
    <p:sldId xmlns:r="http://schemas.openxmlformats.org/officeDocument/2006/relationships" id="270" r:id="R63d17d7b50124df0"/>
    <p:sldId xmlns:r="http://schemas.openxmlformats.org/officeDocument/2006/relationships" id="271" r:id="R27be5dc39f0843b1"/>
    <p:sldId xmlns:r="http://schemas.openxmlformats.org/officeDocument/2006/relationships" id="272" r:id="Ra5ed45665e864cc3"/>
    <p:sldId xmlns:r="http://schemas.openxmlformats.org/officeDocument/2006/relationships" id="273" r:id="R0473322e15cf4350"/>
    <p:sldId xmlns:r="http://schemas.openxmlformats.org/officeDocument/2006/relationships" id="274" r:id="Rb129749aafcb426e"/>
    <p:sldId xmlns:r="http://schemas.openxmlformats.org/officeDocument/2006/relationships" id="275" r:id="R479dd54aca6043da"/>
    <p:sldId xmlns:r="http://schemas.openxmlformats.org/officeDocument/2006/relationships" id="276" r:id="R174d74ac4af1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eb461b0074dc5" /><Relationship Type="http://schemas.openxmlformats.org/officeDocument/2006/relationships/slideMaster" Target="/ppt/slideMasters/slideMaster1.xml" Id="R532370e8164b4b55" /><Relationship Type="http://schemas.openxmlformats.org/officeDocument/2006/relationships/notesMaster" Target="/ppt/notesMasters/notesMaster1.xml" Id="Rd21133129f134b52" /><Relationship Type="http://schemas.openxmlformats.org/officeDocument/2006/relationships/presProps" Target="/ppt/presProps.xml" Id="Rd186e810d79f492d" /><Relationship Type="http://schemas.openxmlformats.org/officeDocument/2006/relationships/tableStyles" Target="/ppt/tableStyles.xml" Id="Rd62026e7f6ae4a6e" /><Relationship Type="http://schemas.openxmlformats.org/officeDocument/2006/relationships/slide" Target="/ppt/slides/slide1.xml" Id="R96ce182a4c324136" /><Relationship Type="http://schemas.openxmlformats.org/officeDocument/2006/relationships/slide" Target="/ppt/slides/slide2.xml" Id="R6ee5f2b63f5c4379" /><Relationship Type="http://schemas.openxmlformats.org/officeDocument/2006/relationships/slide" Target="/ppt/slides/slide3.xml" Id="Rbab30117992b43bd" /><Relationship Type="http://schemas.openxmlformats.org/officeDocument/2006/relationships/slide" Target="/ppt/slides/slide4.xml" Id="R5c137424d72f43a5" /><Relationship Type="http://schemas.openxmlformats.org/officeDocument/2006/relationships/slide" Target="/ppt/slides/slide5.xml" Id="Re268718a79a74680" /><Relationship Type="http://schemas.openxmlformats.org/officeDocument/2006/relationships/slide" Target="/ppt/slides/slide6.xml" Id="R9480fc349f9f4687" /><Relationship Type="http://schemas.openxmlformats.org/officeDocument/2006/relationships/slide" Target="/ppt/slides/slide7.xml" Id="Rfa9c5815dfcf433b" /><Relationship Type="http://schemas.openxmlformats.org/officeDocument/2006/relationships/slide" Target="/ppt/slides/slide8.xml" Id="R91f4e0f42fe84858" /><Relationship Type="http://schemas.openxmlformats.org/officeDocument/2006/relationships/slide" Target="/ppt/slides/slide9.xml" Id="R824029568c5f4f35" /><Relationship Type="http://schemas.openxmlformats.org/officeDocument/2006/relationships/slide" Target="/ppt/slides/slide10.xml" Id="R65cfb17c82b544db" /><Relationship Type="http://schemas.openxmlformats.org/officeDocument/2006/relationships/slide" Target="/ppt/slides/slide11.xml" Id="R0209a34e00d94fec" /><Relationship Type="http://schemas.openxmlformats.org/officeDocument/2006/relationships/slide" Target="/ppt/slides/slide12.xml" Id="R538f0533f0f045ac" /><Relationship Type="http://schemas.openxmlformats.org/officeDocument/2006/relationships/slide" Target="/ppt/slides/slide13.xml" Id="Rbbf18446f5c54f88" /><Relationship Type="http://schemas.openxmlformats.org/officeDocument/2006/relationships/slide" Target="/ppt/slides/slide14.xml" Id="R84e13f5155b94ef2" /><Relationship Type="http://schemas.openxmlformats.org/officeDocument/2006/relationships/slide" Target="/ppt/slides/slide15.xml" Id="R63d17d7b50124df0" /><Relationship Type="http://schemas.openxmlformats.org/officeDocument/2006/relationships/slide" Target="/ppt/slides/slide16.xml" Id="R27be5dc39f0843b1" /><Relationship Type="http://schemas.openxmlformats.org/officeDocument/2006/relationships/slide" Target="/ppt/slides/slide17.xml" Id="Ra5ed45665e864cc3" /><Relationship Type="http://schemas.openxmlformats.org/officeDocument/2006/relationships/slide" Target="/ppt/slides/slide18.xml" Id="R0473322e15cf4350" /><Relationship Type="http://schemas.openxmlformats.org/officeDocument/2006/relationships/slide" Target="/ppt/slides/slide19.xml" Id="Rb129749aafcb426e" /><Relationship Type="http://schemas.openxmlformats.org/officeDocument/2006/relationships/slide" Target="/ppt/slides/slide20.xml" Id="R479dd54aca6043da" /><Relationship Type="http://schemas.openxmlformats.org/officeDocument/2006/relationships/slide" Target="/ppt/slides/slide21.xml" Id="R174d74ac4af1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64360f1b4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c554760724554" /><Relationship Type="http://schemas.openxmlformats.org/officeDocument/2006/relationships/notesMaster" Target="/ppt/notesMasters/notesMaster1.xml" Id="R85ec46f4116b4b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c4dbe08734509" /><Relationship Type="http://schemas.openxmlformats.org/officeDocument/2006/relationships/notesMaster" Target="/ppt/notesMasters/notesMaster1.xml" Id="R8a14bd468746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6c92067814d88" /><Relationship Type="http://schemas.openxmlformats.org/officeDocument/2006/relationships/notesMaster" Target="/ppt/notesMasters/notesMaster1.xml" Id="R9531cf05ff97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a3eb53aa947ef" /><Relationship Type="http://schemas.openxmlformats.org/officeDocument/2006/relationships/notesMaster" Target="/ppt/notesMasters/notesMaster1.xml" Id="Ra1174d81d21340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9890779dc48a5" /><Relationship Type="http://schemas.openxmlformats.org/officeDocument/2006/relationships/notesMaster" Target="/ppt/notesMasters/notesMaster1.xml" Id="Rc314a984750d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7a2b9b22d4d2f" /><Relationship Type="http://schemas.openxmlformats.org/officeDocument/2006/relationships/notesMaster" Target="/ppt/notesMasters/notesMaster1.xml" Id="Rc7bf48a9560e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0d5c303b5345e1" /><Relationship Type="http://schemas.openxmlformats.org/officeDocument/2006/relationships/notesMaster" Target="/ppt/notesMasters/notesMaster1.xml" Id="Rdb760768599541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bf223e466c426b" /><Relationship Type="http://schemas.openxmlformats.org/officeDocument/2006/relationships/notesMaster" Target="/ppt/notesMasters/notesMaster1.xml" Id="R70c7a8299316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2773b6e4904681" /><Relationship Type="http://schemas.openxmlformats.org/officeDocument/2006/relationships/notesMaster" Target="/ppt/notesMasters/notesMaster1.xml" Id="Rf0d258b96271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3f6eab2500425b" /><Relationship Type="http://schemas.openxmlformats.org/officeDocument/2006/relationships/notesMaster" Target="/ppt/notesMasters/notesMaster1.xml" Id="R928904f2871046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610d2005f446cc" /><Relationship Type="http://schemas.openxmlformats.org/officeDocument/2006/relationships/notesMaster" Target="/ppt/notesMasters/notesMaster1.xml" Id="Rec8eebea770044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5e3e58f89b484f" /><Relationship Type="http://schemas.openxmlformats.org/officeDocument/2006/relationships/notesMaster" Target="/ppt/notesMasters/notesMaster1.xml" Id="Rb85bfadf3d0543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3b2eef37634a8e" /><Relationship Type="http://schemas.openxmlformats.org/officeDocument/2006/relationships/notesMaster" Target="/ppt/notesMasters/notesMaster1.xml" Id="R006fb0af64c84d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f6f88990db45ba" /><Relationship Type="http://schemas.openxmlformats.org/officeDocument/2006/relationships/notesMaster" Target="/ppt/notesMasters/notesMaster1.xml" Id="Rdf4147ac89e2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02a4217d4a4560" /><Relationship Type="http://schemas.openxmlformats.org/officeDocument/2006/relationships/notesMaster" Target="/ppt/notesMasters/notesMaster1.xml" Id="Rc9337c72e4f548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203db5a68b41c1" /><Relationship Type="http://schemas.openxmlformats.org/officeDocument/2006/relationships/notesMaster" Target="/ppt/notesMasters/notesMaster1.xml" Id="Ra2c8e1a9759e45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22e85a1d8e4ac1" /><Relationship Type="http://schemas.openxmlformats.org/officeDocument/2006/relationships/notesMaster" Target="/ppt/notesMasters/notesMaster1.xml" Id="Ra214673e0cb546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d3d4981a46405b" /><Relationship Type="http://schemas.openxmlformats.org/officeDocument/2006/relationships/notesMaster" Target="/ppt/notesMasters/notesMaster1.xml" Id="R1ef6be2135454c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3b36fba0cd4983" /><Relationship Type="http://schemas.openxmlformats.org/officeDocument/2006/relationships/notesMaster" Target="/ppt/notesMasters/notesMaster1.xml" Id="Re2138b36c9f940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005072461c42af" /><Relationship Type="http://schemas.openxmlformats.org/officeDocument/2006/relationships/notesMaster" Target="/ppt/notesMasters/notesMaster1.xml" Id="Rcca1208c2eb649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0c32e0d5ec4959" /><Relationship Type="http://schemas.openxmlformats.org/officeDocument/2006/relationships/notesMaster" Target="/ppt/notesMasters/notesMaster1.xml" Id="R958f3f00b906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2.5.2017.pdf. Fotografia: archiwum SNE Lubecko, images/spotkania_lubecko/542758260_1189714076515860_576480194147600250_n.jpg.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kalendarz s. 1 oraz tematy s. 2-41.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2-5. Fotografia: archiwum SNE Lubecko, images/spotkania_lubecko/514120090_1131889985631603_7198351919478583354_n.jpg.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6-11.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6-11. Fotografia: archiwum SNE Lubecko, images/spotkania_lubecko/542760259_1189714046515863_5420822075614767938_n.jpg.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12-16.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12-16. Fotografia: archiwum SNE Lubecko, images/spotkania_lubecko/586519732_1258789762941624_3379056877629787591_n.jpg.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17-20.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17-20. Fotografia: archiwum SNE Lubecko, images/spotkania_lubecko/542759549_1189714136515854_6660893102267862737_n.jpg.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21-24.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21-24. Fotografia: archiwum SNE Lubecko, images/spotkania_lubecko/586553943_1258790036274930_7368802101647350787_n.jpg.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25-29.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25-29. Fotografia: archiwum SNE Lubecko, images/kosciol/512452331_1131890208964914_4015179945784289527_n.jpg.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30-35.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30-35. Fotografia: archiwum SNE Lubecko, images/spotkania_lubecko/543054241_1189714159849185_8131040673780566745_n.jpg.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s. 36-41.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treści: /home/spasz/python/teachings/issue_kurs_kamch_lubecko/Dyrektorium KAMCH 2.5.2017.pdf, s. 36-41. Fotografia: archiwum SNE Lubecko, images/relacje/756440977_1463665029120762_8001704415981104805_n.jpg.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/home/spasz/python/teachings/issue_kurs_kamch_lubecko/Dyrektorium KAMCH 2.5.2017.pdf, tabela techniczna s. 42-43.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Synteza struktury powtarzającej się w /home/spasz/python/teachings/issue_kurs_kamch_lubecko/Dyrektorium KAMCH 2.5.2017.pdf, s. 2-41.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Konkluzje tematów na podstawie /home/spasz/python/teachings/issue_kurs_kamch_lubecko/Dyrektorium KAMCH 2.5.2017.pdf, s. 5, 11, 16, 20, 24, 29, 35 i 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3bf65413149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05fe2b9e443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c7d001d954c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9a91798694b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c0a2d401749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5baa995ba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1D777-C890-45D9-BC83-9F563277A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4A2B4A-E8ED-49B1-832D-95FD8D9D43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15157F-8B9E-43B9-AE04-DD62B213F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827CB8-716D-4A88-8814-A03E2D452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609E00-AB7F-4D8E-BE78-4517715C17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8D9FA1-1BE4-4F99-8465-B007ADFF4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3923E4-B646-4402-8DE0-7DDA59289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BBB355-B18C-45EA-9833-DC746927A1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D1D413-8F96-4B0D-8937-04AD27FA4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8F4EFA-F1AD-49D4-8F22-C4F5EDBA31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4bfd064b94134" /><Relationship Type="http://schemas.openxmlformats.org/officeDocument/2006/relationships/slideLayout" Target="/ppt/slideLayouts/slideLayout1.xml" Id="Ree5a3a1f4d6e4de1" /><Relationship Type="http://schemas.openxmlformats.org/officeDocument/2006/relationships/slideLayout" Target="/ppt/slideLayouts/slideLayout2.xml" Id="R497fc61f4e1d45d6" /><Relationship Type="http://schemas.openxmlformats.org/officeDocument/2006/relationships/slideLayout" Target="/ppt/slideLayouts/slideLayout3.xml" Id="R6cacafcd4064445c" /><Relationship Type="http://schemas.openxmlformats.org/officeDocument/2006/relationships/slideLayout" Target="/ppt/slideLayouts/slideLayout4.xml" Id="R0d98b40e5be54c77" /><Relationship Type="http://schemas.openxmlformats.org/officeDocument/2006/relationships/slideLayout" Target="/ppt/slideLayouts/slideLayout5.xml" Id="R372ca326967b4605" /><Relationship Type="http://schemas.openxmlformats.org/officeDocument/2006/relationships/slideLayout" Target="/ppt/slideLayouts/slideLayout6.xml" Id="R0e4956318222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a3a1f4d6e4de1"/>
    <p:sldLayoutId xmlns:r="http://schemas.openxmlformats.org/officeDocument/2006/relationships" id="2147483650" r:id="R497fc61f4e1d45d6"/>
    <p:sldLayoutId xmlns:r="http://schemas.openxmlformats.org/officeDocument/2006/relationships" id="2147483651" r:id="R6cacafcd4064445c"/>
    <p:sldLayoutId xmlns:r="http://schemas.openxmlformats.org/officeDocument/2006/relationships" id="2147483652" r:id="R0d98b40e5be54c77"/>
    <p:sldLayoutId xmlns:r="http://schemas.openxmlformats.org/officeDocument/2006/relationships" id="2147483653" r:id="R372ca326967b4605"/>
    <p:sldLayoutId xmlns:r="http://schemas.openxmlformats.org/officeDocument/2006/relationships" id="2147483654" r:id="R0e4956318222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4dfd9c22a4fcf" /><Relationship Type="http://schemas.openxmlformats.org/officeDocument/2006/relationships/image" Target="/ppt/media/image.jpeg" Id="Re62a51955a204c47" /><Relationship Type="http://schemas.openxmlformats.org/officeDocument/2006/relationships/notesSlide" Target="/ppt/notesSlides/notesSlide1.xml" Id="R3b3f96e5b056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6070a46814433" /><Relationship Type="http://schemas.openxmlformats.org/officeDocument/2006/relationships/notesSlide" Target="/ppt/notesSlides/notesSlide2.xml" Id="R8d421fb2cb01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439cbe65e489e" /><Relationship Type="http://schemas.openxmlformats.org/officeDocument/2006/relationships/notesSlide" Target="/ppt/notesSlides/notesSlide3.xml" Id="Rf824d80cd1ab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0fb4070084232" /><Relationship Type="http://schemas.openxmlformats.org/officeDocument/2006/relationships/image" Target="/ppt/media/image2.jpeg" Id="R852b4fd7ee414b11" /><Relationship Type="http://schemas.openxmlformats.org/officeDocument/2006/relationships/notesSlide" Target="/ppt/notesSlides/notesSlide4.xml" Id="R56cec7af5ffd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87a4eea564479" /><Relationship Type="http://schemas.openxmlformats.org/officeDocument/2006/relationships/notesSlide" Target="/ppt/notesSlides/notesSlide5.xml" Id="R993f716c8f8a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b1137c47948df" /><Relationship Type="http://schemas.openxmlformats.org/officeDocument/2006/relationships/image" Target="/ppt/media/image3.jpeg" Id="Rf4cb795c12f942cf" /><Relationship Type="http://schemas.openxmlformats.org/officeDocument/2006/relationships/notesSlide" Target="/ppt/notesSlides/notesSlide6.xml" Id="R04bdcc5a4818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b682be3164a93" /><Relationship Type="http://schemas.openxmlformats.org/officeDocument/2006/relationships/notesSlide" Target="/ppt/notesSlides/notesSlide7.xml" Id="Rfa8944d8fdc0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08593677d4fa9" /><Relationship Type="http://schemas.openxmlformats.org/officeDocument/2006/relationships/image" Target="/ppt/media/image4.jpeg" Id="Re475e7c9a68044a0" /><Relationship Type="http://schemas.openxmlformats.org/officeDocument/2006/relationships/notesSlide" Target="/ppt/notesSlides/notesSlide8.xml" Id="R622badc8362b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d34b1cbea4cf3" /><Relationship Type="http://schemas.openxmlformats.org/officeDocument/2006/relationships/notesSlide" Target="/ppt/notesSlides/notesSlide9.xml" Id="R8e12d585d53341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889dd24fb4333" /><Relationship Type="http://schemas.openxmlformats.org/officeDocument/2006/relationships/image" Target="/ppt/media/image5.jpeg" Id="Rfce54ec86e634f74" /><Relationship Type="http://schemas.openxmlformats.org/officeDocument/2006/relationships/notesSlide" Target="/ppt/notesSlides/notesSlide10.xml" Id="R04edde51e5d144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384f076b04927" /><Relationship Type="http://schemas.openxmlformats.org/officeDocument/2006/relationships/notesSlide" Target="/ppt/notesSlides/notesSlide11.xml" Id="R36348defe6f84f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49b8ea7fa40e9" /><Relationship Type="http://schemas.openxmlformats.org/officeDocument/2006/relationships/image" Target="/ppt/media/image6.jpeg" Id="R43aedff761824d29" /><Relationship Type="http://schemas.openxmlformats.org/officeDocument/2006/relationships/notesSlide" Target="/ppt/notesSlides/notesSlide12.xml" Id="R2849ff1c4ccc4a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7f5bec7c4b08" /><Relationship Type="http://schemas.openxmlformats.org/officeDocument/2006/relationships/notesSlide" Target="/ppt/notesSlides/notesSlide13.xml" Id="R3ed285b1f5394f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d83855b2347b8" /><Relationship Type="http://schemas.openxmlformats.org/officeDocument/2006/relationships/image" Target="/ppt/media/image7.jpeg" Id="Rcae50f9c18f84dec" /><Relationship Type="http://schemas.openxmlformats.org/officeDocument/2006/relationships/notesSlide" Target="/ppt/notesSlides/notesSlide14.xml" Id="R999999af3d3647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e4f79d55448ce" /><Relationship Type="http://schemas.openxmlformats.org/officeDocument/2006/relationships/notesSlide" Target="/ppt/notesSlides/notesSlide15.xml" Id="Rd6a5c76df44846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6af38224c423d" /><Relationship Type="http://schemas.openxmlformats.org/officeDocument/2006/relationships/image" Target="/ppt/media/image8.jpeg" Id="R593b1750b08c4dda" /><Relationship Type="http://schemas.openxmlformats.org/officeDocument/2006/relationships/notesSlide" Target="/ppt/notesSlides/notesSlide16.xml" Id="R8560d6a0605547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784b488d342e9" /><Relationship Type="http://schemas.openxmlformats.org/officeDocument/2006/relationships/notesSlide" Target="/ppt/notesSlides/notesSlide17.xml" Id="Ra05e159a028749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b9f103e9f4a12" /><Relationship Type="http://schemas.openxmlformats.org/officeDocument/2006/relationships/image" Target="/ppt/media/image9.jpeg" Id="Reddf1dcdae4f4c81" /><Relationship Type="http://schemas.openxmlformats.org/officeDocument/2006/relationships/notesSlide" Target="/ppt/notesSlides/notesSlide18.xml" Id="R22a91255e35543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38652d74a425a" /><Relationship Type="http://schemas.openxmlformats.org/officeDocument/2006/relationships/notesSlide" Target="/ppt/notesSlides/notesSlide19.xml" Id="Rd6d945f6db364d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0c079a4b4497a" /><Relationship Type="http://schemas.openxmlformats.org/officeDocument/2006/relationships/notesSlide" Target="/ppt/notesSlides/notesSlide20.xml" Id="Rd987574d778746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f64699b9f4f89" /><Relationship Type="http://schemas.openxmlformats.org/officeDocument/2006/relationships/notesSlide" Target="/ppt/notesSlides/notesSlide21.xml" Id="R1427add8e7fc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1BA70-4FCE-42F6-A717-A1BF67F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9100C-34F9-4912-9169-5B2BF1C81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a51955a204c47"/>
          <a:srcRect xmlns:a="http://schemas.openxmlformats.org/drawingml/2006/main" l="19673" t="0" r="196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D752D-3077-4372-8BDC-92A633F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KURS ANIMACJI MODLITWY CHARYZMATYCZNEJ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B76A4-2337-4781-B4A5-F59C3FF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KAMCh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CE0EA-0BF9-42F6-84ED-850B53D6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8243-D6EA-4B52-BCC8-57E092C4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DDE7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 i="0">
                <a:solidFill>
                  <a:srgbClr val="DDE7E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7EC"/>
                </a:solidFill>
                <a:latin typeface="Arial"/>
                <a:ea typeface="Arial"/>
                <a:cs typeface="Arial"/>
              </a:rPr>
              <a:t>Cele tematów, tok nauczania, zabiegi, rekwizyty i dynamiki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F3234-432B-4EE0-81F8-EED3674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Na podstawie Dyrektorium KAMCh 2.5.2017</a:t>
            </a:r>
          </a:p>
        </p:txBody>
      </p:sp>
    </p:spTree>
    <p:extLst>
      <p:ext uri="{BB962C8B-B14F-4D97-AF65-F5344CB8AC3E}">
        <p14:creationId xmlns:p14="http://schemas.microsoft.com/office/powerpoint/2010/main" val="890995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C75F5-7D1F-4432-BF88-60D7F91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EC9CA-7ED6-40ED-B92F-35CA64B4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MAPA KURSU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ECF11-3412-41A8-9D3A-5D07BFD2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Od osobistego spotkania do wspólnoty dla ewangelizacji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04B25-65D6-45EA-ADB5-23BA2570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2662-BD03-4E83-8EAE-DCE985B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F38A0-DC7C-4417-BB45-3CF9C768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3138C-1F19-4E2C-931D-20E14AD6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AE0B-43A8-4417-962E-1F54C71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Wprowadzenie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B2F53-0783-4001-BE83-DDC3C25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Decyzja szukania obecności Boga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B527A-8CBE-490B-84B7-4EB45F3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384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10019-CD5A-42A7-B58C-933D8E0C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74E12-135E-4354-90AA-3E40E54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Sekret Piotra i Jana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CF436-D836-4DEB-BBE2-C38CE1B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Modlitwa karmi ewangelizację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2C3B7-8954-4041-974A-A3A1FB57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886E2-8586-4215-90F4-F6AAC86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59727-FD31-4A9D-B1ED-8DAEED6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Modlitwa osobista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1F647-EEC8-4F32-9A38-D0AA811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Siła, słuchanie i rozeznanie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B7FE3-20F9-4E2E-A0EF-E9669E1F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C9693-E258-4CB7-A323-BD862F9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1E7D5-CADD-4540-B72C-21781D8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Pięćdziesiątnica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36B77-DF5A-4975-B3BE-6FDDBE3E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3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Zanurzenie w Duchu Świętym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2225E-F950-4BF1-BC39-630A786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531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AED0B-52B1-49E1-8668-1C3422B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E3C64-F0EA-42E6-9AEB-3611204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Uwielbienie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954B4-4D10-48B8-8019-38A4AED7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Bóg w centrum modlitwy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DB250-5184-4F57-966B-2DB05092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384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6B7F3-6DCB-4C38-9276-7500EF2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6E97B-6067-4941-AD9E-7C7A1C9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Charyzmaty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33ECD-BFEB-43A3-AF61-1E763A8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Bóg służy wspólnocie przez 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3C018-8F64-46E2-AF50-1A429C7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E6F5A-FCDF-4CBA-BE33-4B56F97B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D128F-10C3-40FB-8B75-C7DDBBBE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Modlitwa wspólnotowa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9C4F25-446D-4137-AFC6-9818656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Prowadzenie pod kierunkiem Ducha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087A0-D33D-4B3A-8E7D-56EA49F5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482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0DFC1-4814-40AC-8166-7E9E289B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149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EA54A-E01F-4D8C-B7E3-E60BC81A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Wspólnota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2B523-4B5B-42D8-B670-BD12499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3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Modlitwa, zbawienie i ewangelizacja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05E87-6A01-47D5-A749-F83A5535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531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9307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48913-75C1-4380-AE60-8E7C6B3F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6D188-F2CE-494B-B3D3-6945F50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WPROWADZENIE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157E7-7E75-42B2-9071-F28AFA6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Zaproszenie do szukania obecności Boga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C33B5-B457-414F-8573-1323D149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935F6-CF24-4EE7-A69B-41382016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DD5F-3CD9-4C2C-A9C6-3391D68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B5FC5-0DFA-447E-86DF-64502CD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93E2-02FA-4807-A366-A989272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E6496-1F68-49AD-872D-8818178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Kurs uczy modlitwy osobistej i wspólnotowej oraz prowadzenia innych do spotkania z Jezusem.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660A4-C3AE-4568-8ABF-0F101DC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BFB6F-36B0-439D-ABFB-678D9A6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Animacja oznacza ożywianie. Modlitwa charyzmatyczna otwiera na działanie Boga i angażuje całą osobę.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609C5-2A94-406D-87E3-5F38BA3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EC47C-16AF-4FE7-AEF6-0283EE1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Jr 29 pokazuje Boga, który ma zamiary pełne pokoju i pozwala się znaleźć tym, którzy szukają Go całym sercem.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61DCD-D512-4C72-88FA-8FA5B35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1CC02-0BA3-46C7-B803-ADF9689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Ps 24 przedstawia modlitwę jako wejście na górę spotkania z Bogiem.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578C1-A9F6-40F9-B87E-6E48D01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03CF1-BD5A-408C-B16C-7258114D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31082-92DC-4E8D-8382-C1B4A84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Zachęcić uczestników do pełnego wejścia w kurs.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A0373-FB5B-43D6-AFE7-B92E94B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3BC6F-329D-485E-AA40-DEFCFFC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C1731-4D17-4D17-AFCB-EFC10F4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Bóg zaprasza do pokolenia przyjaciół szukających Jego obecności.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62BAD-98AA-4ED4-B910-B0C3952D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CZAS  30 + 20 min</a:t>
            </a:r>
          </a:p>
        </p:txBody>
      </p:sp>
    </p:spTree>
    <p:extLst>
      <p:ext uri="{BB962C8B-B14F-4D97-AF65-F5344CB8AC3E}">
        <p14:creationId xmlns:p14="http://schemas.microsoft.com/office/powerpoint/2010/main" val="921583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441E1-1F1E-4CC9-BA52-2691DA7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659A7-BB2B-4C37-981E-DD331CF7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WPROWADZENIE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4026D-C807-422D-8768-E1B9CA54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Zaproszenie do szukania obecności Boga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529E2-D9C1-4878-BF60-E56CDE3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63B81-3711-417A-95CE-560A770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EADC3-F41B-44AE-A56C-5B8075D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FD088-0647-4582-9B19-225C8D9F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E4F4-7A08-41C2-9125-6E27C623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45AC4-24AD-4D7A-B77C-F4643D4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Pieśń „Kto wstąpi na górę Pana” rozbudza pragnienie szukania obecności Boga.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A65A2-3D01-46D2-973D-B3DDD15F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8F609-BC3E-473A-9B54-5A234F30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Obraz góry porządkuje sens kursu: wysiłek, decyzję i spotkanie.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A1B12-DC7C-4369-9C9E-660F6420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9F6DE-BEE0-4A6C-BEBA-B73F147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Dynamika „Wejście na górę”: uczestnik zapisuje imię i umieszcza je na plakacie jako znak decyzji.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240B4-77F7-4C06-A23A-1C0385A7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70CF1-713C-49CA-AA1C-D378C32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5C0CF-DF2F-47D6-A167-DAB5F480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Nagranie pieśni, plakat góry, karteczki samoprzylepne, długopisy.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1F1DA-2F49-48B3-8D5E-B1E4C41B9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b4fd7ee414b11"/>
          <a:srcRect xmlns:a="http://schemas.openxmlformats.org/drawingml/2006/main" l="0" t="20243" r="0" b="20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3AEEC-8A30-48D6-B87A-7C32A04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D3696-7294-4C82-ABE6-905D5B92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Wejście na górę  |  do 20 min</a:t>
            </a:r>
          </a:p>
        </p:txBody>
      </p:sp>
    </p:spTree>
    <p:extLst>
      <p:ext uri="{BB962C8B-B14F-4D97-AF65-F5344CB8AC3E}">
        <p14:creationId xmlns:p14="http://schemas.microsoft.com/office/powerpoint/2010/main" val="1346732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3DC18-CED7-46D0-9ECC-07EF145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7BE0-B16C-49CA-91AE-AF8FA5E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4ED9-C2A7-442A-B6C5-6DBCD3F1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Sekret Piotra i Jana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8B4E-95DB-403C-A2C4-D4BCFBF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3FA3F-86F1-4321-A9CE-B5D8A2F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BFB05-22FF-4C41-AFBC-3FD92EE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A66C-D49A-4110-8BDE-27E6B28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4039C-D5BE-461C-A9C6-E2136D7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29E15-F443-4EA6-BD21-58F2559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Dz 3-4 odsłania cykl: modlitwa, ewangelizacja, sprzeciw i ponowna modlitwa wspólnoty.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47536-BB5D-4E30-B1EB-A150B8A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53CE1-E2E0-474C-81B5-A65EFCA8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Modlitwa osobista karmi życie z Bogiem, rodzi pragnienie głoszenia i otwiera na Ducha Świętego.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3C02E-0B99-4C2B-84A4-378A9AA3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23502-6538-45B9-BC12-41E9BA4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Kerygmat skupia się na śmierci i zmartwychwstaniu Jezusa. Osobiste świadectwo pokazuje Jego działanie.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2DB7C-FB56-4A6C-BC1E-F8FA8AE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EFCC9-B671-4531-9A9A-D8CC2D63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Schemat modlitwy prowadzi od znaku krzyża i Słowa do odpowiedzi, słuchania oraz modlitwy Kościoła.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509FE-6AE7-45E3-A471-260228F0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D0120-737C-41C7-86D1-54C62DE0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429C4-8B52-4109-9977-63B6885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Ukazać konieczność modlitwy osobistej dla skutecznej ewangelizacji i podać prosty schemat modlitwy.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94347-1AFC-458E-90F9-89E7E6A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172BA-E66C-4A81-9AEC-A21D97B6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58708-28D5-4AA7-A7C2-F3B1B40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Doświadczenie Boga prowadzi do ewangelizacji.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D1E20-413F-46B7-81EE-2F2EBE5C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CZAS  45 + 15 min</a:t>
            </a:r>
          </a:p>
        </p:txBody>
      </p:sp>
    </p:spTree>
    <p:extLst>
      <p:ext uri="{BB962C8B-B14F-4D97-AF65-F5344CB8AC3E}">
        <p14:creationId xmlns:p14="http://schemas.microsoft.com/office/powerpoint/2010/main" val="43223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AE0D2-09F9-426E-9B2C-488D09B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05D84-EFD6-4E85-A0D6-17D5101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DC075-F26F-43BB-9F93-61BFBE9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Sekret Piotra i Jana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A55B2-C2B8-4F0D-9A3C-D3E133E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9DF9C-E0A9-4FE6-AAF4-125B712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CFFD2-CC0F-46F4-848F-C3D4C72E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1D49-777F-4EC7-86E5-369E4E82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CD18-7516-4467-AA7C-BE9C4B5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2CC5-65C7-4178-92D0-6333A51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„Karmienie chlebem” cz. I: prowadzący je chleb. Modlitwa osobista codziennie karmi człowieka Chrystusem.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4EA7E-C141-4108-B703-C6B3FEEF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54544-23DE-4E15-A9E6-127C1615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„Karmienie chlebem” cz. II: chleb trafia do uczestników. Ewangelizacja dzieli się tym, czym człowiek sam żyje.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429E0-F475-4E6B-A85B-896548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B95F2-C41E-45EC-9BF9-BFDF140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Dynamika: 15 minut modlitwy według schematu, a potem krótkie dzielenie o jego przydatności.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81501-45C6-4221-A26E-F082DA0C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DF406-82C7-435A-AE76-08DC364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97F6-98FC-4486-B461-7EAFA8CA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Ładny koszyk, chleb dla uczestników, schemat modlitwy osobistej na plakacie lub slajdzie.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5333D-7DD7-4285-8CD5-D86EC7242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b795c12f942cf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CE096-CE59-4256-B6FA-75094DF5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C0B27-C896-414A-B957-5A18A2B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Modlitwa osobista schematem  |  15 min</a:t>
            </a:r>
          </a:p>
        </p:txBody>
      </p:sp>
    </p:spTree>
    <p:extLst>
      <p:ext uri="{BB962C8B-B14F-4D97-AF65-F5344CB8AC3E}">
        <p14:creationId xmlns:p14="http://schemas.microsoft.com/office/powerpoint/2010/main" val="425706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A07FD-F42C-4FCF-8C5F-1F61A64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F6432-851F-4AD6-AD3C-2B4CC380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TEMAT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AE186-3AC3-405E-8EF6-F14C9DDB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Prowadzenie modlitwy osobistej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636E2-A9DE-4426-9727-9040FAE1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42E32-5D4A-46C7-83F8-2814F38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F392-729E-4821-AB22-95F88B5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8B044-9C1C-4E7C-8D95-C40ACFCC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7D453-41BB-49DA-9B55-26FA7BC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52BA4-FE49-4403-A952-B7E4BBC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Modlitwa daje doświadczenie miłości, siłę do walki z grzechem, kierunek życia i pragnienie wspólnoty.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63A3E-1F18-4EBF-8E46-D0F7C95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76E44-00A3-48F7-B269-6A564921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Praktyka wymaga stałego czasu i miejsca, wolności dla Boga, wytrwałości oraz zakorzenienia w Słowie.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69037-2DC6-4B55-AB74-B34B1DCA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A52BB-B063-4852-BCF9-9F09C43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Uczucia pokazują stan wnętrza, ale nie mierzą obecności Boga. Grzech nie zamyka drogi do spotkania.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666FB-6A76-43D5-A93C-CC7BD11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6BDFF-C81B-4C2D-86F7-AA887056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Słuchanie prowadzi do rozeznania przez Słowo, naukę Kościoła, natchnienia, rozum i znaki czasu.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F62F2-5969-4D33-86AD-E4DFEF2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6056B-B562-40ED-9404-996556CB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C177F-F944-4280-9F71-E10C278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Dać praktyczne wskazówki do prowadzenia modlitwy osobistej.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B3EFA-60B1-4C80-957C-310C8C32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EBC06-06DE-4E8E-879F-CF64D0B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89EB7-E3D1-4F0B-93C1-03CE054D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Jakość modlitwy osobistej wpływa na modlitwę wspólnotową.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91B99-6D9B-4EC6-BD4F-AB05BA6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CZAS  45 + 30 min</a:t>
            </a:r>
          </a:p>
        </p:txBody>
      </p:sp>
    </p:spTree>
    <p:extLst>
      <p:ext uri="{BB962C8B-B14F-4D97-AF65-F5344CB8AC3E}">
        <p14:creationId xmlns:p14="http://schemas.microsoft.com/office/powerpoint/2010/main" val="119441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C7C89-DE66-48E8-A3B0-9EC84B9D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6BCE2-043D-494C-9AA0-C43418B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TEMAT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4116C-9089-476A-A558-0DDBB0F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Prowadzenie modlitwy osobistej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4927C-BB96-4FA9-A0A6-AE83740C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75A24-53F8-4810-8DB1-5AF9D460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0749-AC47-4CB7-B662-3AB148C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79453-BE30-4056-9C8B-390BB62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C7BB-3145-4FEB-80F5-50290956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20249-71D4-4D58-82AE-8179369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Opcjonalny prezent lub cukierki pokazują, że Bóg nie przychodzi na modlitwę z pustymi rękami.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7CD7C-3743-4D66-8750-E2F18A67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D8BD2-B142-4B87-B60D-1B426DD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Termometr odróżnia uczucia od prawdy o obecności Boga.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1BE80-77DA-4D77-9A48-D405A7E5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F809E-A274-49AE-8DF8-C9C5A71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„Zostałeś obmyty”: zabrudzenie i umycie ręki ukazuje, że Boże przebaczenie otwiera drogę do modlitwy.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708BD-5785-4F34-892F-EB3FD196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639AA-A728-4E25-928C-9688B94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„Spotkanie z Ukochanym”: modlitwa, słuchanie i rozeznawanie po 10 minut.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40F32-3CCF-470D-AFC5-23E4371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FD698-6175-4D52-9DC8-26FDBBA5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9FD34-E1F3-41BF-B594-97333C4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Tradycyjny termometr, materiał brudzący rękę, przezroczysty dzbanek i woda.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5D667-29D5-4A33-93D5-4361B8114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5e7c9a68044a0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7A050-DD27-4851-82B7-36589899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3EF41-1BC9-434C-AF55-0C04872E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Spotkanie z Ukochanym  |  30 min + dzielenie</a:t>
            </a:r>
          </a:p>
        </p:txBody>
      </p:sp>
    </p:spTree>
    <p:extLst>
      <p:ext uri="{BB962C8B-B14F-4D97-AF65-F5344CB8AC3E}">
        <p14:creationId xmlns:p14="http://schemas.microsoft.com/office/powerpoint/2010/main" val="1064099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E169B-F491-4CA3-9ED8-68E43D80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B6A68-27BB-45D6-AC84-FE136727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TEMAT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BE5CF-D2E3-405B-A06F-48863ED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Pięćdziesiątnica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740A1-E384-4666-BF8C-418B3FB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0F1BF-1A39-4F79-81F9-5FB2F14A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5291D-952E-41F1-84CA-A79C311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89753-3112-41A2-B23C-D6F2A82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F105B-EF64-41E9-B19D-6BB6B0FE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A2971-308A-4364-8098-AB34F87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Celem modlitwy jest komunia z Trójcą i spotkanie z żywym Bogiem.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0FAC4-BE9A-4B3E-8792-D901A0AA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75312-A38D-47C9-AB96-CA0DE5D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Duch Święty pomaga w słabości, uczy modlitwy i napełnia do skutecznego głoszenia.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1CC2F-76D5-4CF4-B2B5-D93BCD5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C15ED-B228-454B-B23E-A70A5CA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Duch chce prowadzić całe życie: decyzje, relacje, finanse, służbę i codzienność.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C851-F1D1-4A32-A7C3-93BA05E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719E3-090A-4E1C-812B-044D6690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Pełna zależność od Ducha przynosi przemianę, owoc i posługę dla innych.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A7AFE-484C-4020-8838-77E9D00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37BAF-5387-4A13-B79A-8906ABEE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E3A11-DDB9-4AAF-9CAB-F6470222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Ukazać, że modlitwa charyzmatyczna zmierza do doświadczenia Pięćdziesiątnicy.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107DC-1633-4AC4-BBCD-E8DD4B7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4FD53-B5E5-4D80-B513-C3E0B2EF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63278-0C00-447A-B9D7-C910B21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Potrzebujesz nieustannego zanurzenia w Duchu Świętym.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C44F3-CE2F-46FA-BBD8-6512602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CZAS  30 + 30 min</a:t>
            </a:r>
          </a:p>
        </p:txBody>
      </p:sp>
    </p:spTree>
    <p:extLst>
      <p:ext uri="{BB962C8B-B14F-4D97-AF65-F5344CB8AC3E}">
        <p14:creationId xmlns:p14="http://schemas.microsoft.com/office/powerpoint/2010/main" val="1332657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F1DDA-31F5-41CB-9F16-9F6D9CE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3F992-4BF5-4172-B26F-AF1F52D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TEMAT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0BE6-276D-41E2-8B5B-0AF92B2C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Pięćdziesiątnica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4CF1D-CD73-4A13-9EA6-606EF9C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D2AF2-F5B7-48A1-B2AA-5284DCC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9ACD5-DA3A-497A-A729-995B508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798F-03BC-4FEA-AA31-D0CAE32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2C8F1-FCCA-410C-8F9F-5B00A90F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D16A-7026-459C-9A2C-E6F4F232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GPS obrazuje Ducha Świętego jako przewodnika, który nadaje kierunek.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85C7C-90CE-4420-BBE0-072A0CB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C0416-8052-4AC1-9C0D-1CBCE26B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Uczestnicy zapisują pragnienia i składają z kartek łódki.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BD19E-0C7C-48EC-87E8-CC1B9F2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84C79-32AA-4495-B4F0-360F260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Ez 47 prowadzi od płytkiej wody do pełnego zanurzenia.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E7383-E99D-4576-B7D3-F2708F4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C6F9D-B7F7-4FFB-857B-8E6E73C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Łódki najpierw pływają, potem zostają zanurzone. Całość kończy modlitwa o zanurzenie w Duchu.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AFF99-B7A2-4CC3-9C82-7227F0B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28181-7129-4396-B9ED-D21999C5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6758A-FD68-4FFD-A1F1-B1A64DA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Kartki A4 lub A5, długopisy, dziecięcy basen z wodą, samochodowy GPS.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722FA-27B3-4C51-85CE-79C840D562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54ec86e634f74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B16FB-8246-4A3E-86CC-198A5C18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96378-D58D-4AA5-B1E7-75303A98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Pływanie na płytkiej wodzie  |  30 min</a:t>
            </a:r>
          </a:p>
        </p:txBody>
      </p:sp>
    </p:spTree>
    <p:extLst>
      <p:ext uri="{BB962C8B-B14F-4D97-AF65-F5344CB8AC3E}">
        <p14:creationId xmlns:p14="http://schemas.microsoft.com/office/powerpoint/2010/main" val="252103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794C9-A1FB-4EFF-8E4B-8C108E2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F5C2F-47A0-4137-8B65-08EA7D10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4F7C9-EC27-459D-B8E6-6ABFB8CA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Uwielbienie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32FA0-066A-4767-8A9E-65125365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DD6A8-E66F-44DA-BF35-157A5FD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DB77A-5789-459C-8F47-DEE335B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F009-C597-4254-91D4-5A7EE0A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A3234-E0F8-41EA-B59D-3FF043C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3F7D7-3FD6-44EA-821B-D3D6DD5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Biblia pokazuje uwielbienie w życiu Izraela, proroków, Jezusa, Apostołów i Kościoła.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81A3-FC3C-4332-AC24-7ED663E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DEC01-DBE4-4B3B-A59C-A5BB22C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Uwielbienie przenosi uwagę z własnych potrzeb na Boga i łączy pozostałe formy modlitwy.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E8931-1D30-43FD-B12C-00ECA58B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528ED-1AC3-4491-8F9F-C506292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Sytuacja życiowa nie odbiera możliwości uwielbiania. Człowiek powierza Bogu troski i patrzy na Niego.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406D6-FE56-428C-A8CA-741FD65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E2451-AD48-4AC1-9B55-7627237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Formy: modlitwa spontaniczna, chóralna, pieśni, języki i cisza otwarta na proroctwo.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DC520-1041-4CC5-86EB-DC4433C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DEA9E-2B3E-4D85-9D2E-7D7B29F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CC5B0-3C62-4871-AB7A-53912794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Dać uczestnikom doświadczenie uwielbienia.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4A7FA-0944-4365-A5AC-B28CF39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5567B-5656-4E89-A21B-87229E6F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A6024-3A2A-445D-9366-31AEEF4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Uwielbienie stanowi centrum modlitwy charyzmatycznej.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AA5B6-C1FA-4044-A6DF-04BE317C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CZAS  40 + 15 + 15 min</a:t>
            </a:r>
          </a:p>
        </p:txBody>
      </p:sp>
    </p:spTree>
    <p:extLst>
      <p:ext uri="{BB962C8B-B14F-4D97-AF65-F5344CB8AC3E}">
        <p14:creationId xmlns:p14="http://schemas.microsoft.com/office/powerpoint/2010/main" val="1840947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23EBB-FC16-4E2B-8818-F6D12006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33F4E-9854-4F97-8DB7-CAFB2300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3211C-AC71-4A79-9000-283CA1B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Uwielbienie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8D725-A002-48B2-8037-F90E37F0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47286-A084-4813-AAC9-A9385165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E5300-E545-404B-A9B3-1320C1E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49C3A-FBE3-44BD-ADE4-B65F3874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343F-5384-4993-AC99-029D616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96B4C-AFB6-422C-A1B4-B4FAE2C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„Kwiatek”: roślina patrzy ku Ogrodnikowi. Ziemia oznacza poznanie stałości i wierności Boga.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F7184-2640-4741-AEC7-B2EAE26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78E64-0E37-4714-B688-7C4139CF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Podlewanie i przycinanie pokazuje troskę Boga o wzrost, uzdrowienie i przemianę człowieka.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F6B97-E5F8-4830-A554-4D13B01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0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DC559-9BA7-4533-8788-E9855CE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582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Uczestnicy praktykują dwa sposoby uwielbienia: śpiewem i modlitwą chóralną.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DA315-620A-491B-9989-D09F015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A5195-8892-434D-AE1D-A14AF5D8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6B8B9-D835-45DD-9803-0FFB375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Kwitnący kwiatek w doniczce z zielonymi liśćmi oraz nożyczki.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F4160-3568-4B83-A896-95389D04C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edff761824d29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B01BD-40C3-408C-95E6-DC23F57B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3FDA5-235D-4098-8A25-F23FE06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Uwielbienie w praktyce  |  15 + 15 min</a:t>
            </a:r>
          </a:p>
        </p:txBody>
      </p:sp>
    </p:spTree>
    <p:extLst>
      <p:ext uri="{BB962C8B-B14F-4D97-AF65-F5344CB8AC3E}">
        <p14:creationId xmlns:p14="http://schemas.microsoft.com/office/powerpoint/2010/main" val="81924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1D531-AC61-4266-8AAF-5E97F07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E4612-3E4B-453D-9D6B-CEE8173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TEMAT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C773-F86E-4488-9AC6-A5E1F6A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Charyzmaty - Bóg w działaniu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F3B83-C071-4C3A-824D-3A4E355C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B2BE1-12BA-4E40-A553-83BA75A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C577F-2CC1-427A-8F94-ED8C761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E271D-6472-40D3-AF34-B498A47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6C8EF-A9CC-40BD-94B2-B2A3FD3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F8200-E4F0-4A92-BAE5-0893D5F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Charyzmat to darmowy dar łaski dla wspólnego dobra, a nie nagroda za świętość osoby.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7C879-41B9-4D8D-81E6-A006D5F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ACE45-7CDF-4651-A7C0-5F18082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Posługa darami należy do życia Jezusa, pierwotnego Kościoła i współczesnej wspólnoty.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08D15-3A65-4770-9F80-A216D4E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03E74-233F-4E8E-B66F-CBE45E9D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1 Kor 12 wymienia dziewięć darów. Dyrektorium szerzej ćwiczy języki, poznanie, proroctwo i mądrość.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7906C-68E2-4E3D-84ED-62C1BAE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4FD96-A10F-4C9D-B5E2-E2F6EEC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Dojrzałe proroctwo łączy informację, interpretację i zastosowanie. Dary służą budowaniu ludzi.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4CB0A-C206-43D3-8A30-61D1709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70E42-1181-44E7-A1B3-03E64E4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60C59-8BA9-499B-9977-6A0288EA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Pokazać rolę charyzmatów i dać uczestnikom ich doświadczenie.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18272-857F-4C04-B65F-31DE0307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AE832-D028-477B-B158-D91B734D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E1888-8C7D-4CBA-9DD5-5EA0A18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Bóg troszczy się o wspólnotę przez charyzmaty.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70ACD-8A1E-4CF5-BD4A-D1FFC292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CZAS  45 + 75 min</a:t>
            </a:r>
          </a:p>
        </p:txBody>
      </p:sp>
    </p:spTree>
    <p:extLst>
      <p:ext uri="{BB962C8B-B14F-4D97-AF65-F5344CB8AC3E}">
        <p14:creationId xmlns:p14="http://schemas.microsoft.com/office/powerpoint/2010/main" val="10229242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A0E91-07C2-4978-8FAF-9C3724C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0ACC8-2FA9-475E-B2E7-4C656BAC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TEMAT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811F5-FCD1-48A4-A03E-A2D85869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Charyzmaty - Bóg w działaniu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7F1FA-FE35-45DF-A570-7B0A2407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0D563-2F42-4091-A509-4FA501FE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4CC78-6E68-4E56-9333-E7800682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FFCCB-3FAA-460F-AD99-3E7F16F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F065A-389E-4868-BFA7-71F4582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0F775-29F9-48F5-8D34-1DF1B4AE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Ćwiczenie języków przełamuje lęk: uczestnik mówi coś dobrego w nieznanym sobie języku.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7E6E4-4235-465A-B7C3-84C4F0A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40321-7644-4840-ABFC-0BB075F0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Ćwiczenie słowa poznania pokazuje, jak Duch może korzystać z wyobraźni i odczuć.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0279-334F-4236-8FDB-5EA7A60F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7FA06-5638-44F0-95E2-FB0EDD0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Modlitwa uwielbienia otwiera na uwolnienie darów w uczestnikach i ich wspólnotach.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B7B82-F42B-44A3-806B-16DD3F0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92BD2-4B45-4079-995F-11A0CF95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Ekipa posługuje językami, poznaniem, proroctwem, uzdrawianiem i innymi darami.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FFB71-9936-4C15-9313-DBC6E47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1EA92-6D1F-49FC-A14B-160291E4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F5546-8568-4728-8A6F-AA254677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Tabela techniczna nie wskazuje osobnego rekwizytu. Potrzebna jest przygotowana przestrzeń modlitwy i doświadczona posługa.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E2167-2ED8-444B-AEC0-2750A96BA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50f9c18f84dec"/>
          <a:srcRect xmlns:a="http://schemas.openxmlformats.org/drawingml/2006/main" l="12612" t="0" r="12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C77AF-F1B3-424C-8E72-71B58B28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BAF1-01F1-4A70-A694-701212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DYNAMIKA KOŃCOWA  Modlitwa o charyzmaty dla wspólnoty  |  75 min</a:t>
            </a:r>
          </a:p>
        </p:txBody>
      </p:sp>
    </p:spTree>
    <p:extLst>
      <p:ext uri="{BB962C8B-B14F-4D97-AF65-F5344CB8AC3E}">
        <p14:creationId xmlns:p14="http://schemas.microsoft.com/office/powerpoint/2010/main" val="10604815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731E4-8362-427E-9567-9F6923F2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BA4D3-8CF3-4EC4-855D-29F2A29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TEMAT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61778-7BB7-4231-A4D0-5F87017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Prowadzenie modlitwy wspólnotowej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1E15-7DF6-4F68-BEE9-58FC0B7B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5E91C-3D71-4704-8205-18B2DAC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36353-0224-41AF-819A-6201AFC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9A1B3-4815-49BC-99DF-84277EC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F55D3-F9EB-4F43-A76B-1633C77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6C5D5-490B-431D-AD97-E1573FB4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Sposób prowadzenia zależy od celu, uczestników i typu spotkania.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EB431-00D6-4E92-A865-9CBD316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F5C7D-9022-4EE5-A016-43DF78A2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Biblijny wzór opiera się na jednym miejscu, jednym głosie i jednym celu: spotkaniu z Bogiem.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7AD97-6601-4965-B2BD-DC44953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6BD57-9478-4209-88FD-5B0B9B68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Prowadzący żyje modlitwą, zna Boga, ma wizję spotkania, buduje jedność i pozostaje pokorny.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D41C1-0194-4BAA-994C-B1049CD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A068A-4256-46A4-8FA3-06F22C9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Schemat prowadzi przez przygotowanie, wejście w modlitwę, kerygmat, słuchanie i posługę charyzmatyczną.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062E6-799B-45B7-885F-1C809067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22ED1-7786-4C04-BB7D-DB19ED7C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92C83-9BFD-476E-8010-DDBD4992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Ukazać rolę osoby prowadzącej spotkanie modlitewne.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10B08-4859-4A03-8C4D-D20FD830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0A3C3-7B1B-4408-A9FC-7617591C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2AEF3-BB72-4145-83FC-1B797EB2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Duch Święty prowadzi wspólnotę w uwielbieniu.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F8FB5-6DF1-45BF-BB03-5702D844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CZAS  40 + 60 min</a:t>
            </a:r>
          </a:p>
        </p:txBody>
      </p:sp>
    </p:spTree>
    <p:extLst>
      <p:ext uri="{BB962C8B-B14F-4D97-AF65-F5344CB8AC3E}">
        <p14:creationId xmlns:p14="http://schemas.microsoft.com/office/powerpoint/2010/main" val="19119625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04D0D-E1B0-4C59-872A-9B55192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75DB3-6215-4B04-B41A-C592DF3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TEMAT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3C0A4-CFA6-4CC5-A09D-06A77032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Prowadzenie modlitwy wspólnotowej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93BBA-330B-433A-BF84-F9436DB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BE6A5-4B86-441C-BED0-D84E900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C7661-E177-42B7-981D-1225B2AE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FB94-EB53-4509-8E10-C3653FCB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0F6BC-2FE4-431B-922C-1756346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6CC4-6EF3-49E5-AA06-9DA5450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Prowadzący omawia schemat modlitwy wspólnotowej na przykładach ze swojego doświadczenia.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A10F4-FC52-4691-A08B-8FC597FC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9EA97-5E2D-416D-9AAE-0BCD19F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Uczestnicy przygotowują i prowadzą spotkanie według schematu.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C0282-EC33-4976-86A5-BF8822E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2640A-A5A8-4582-82DE-C48F843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Następnie w grupach 4-5 osób modlą się za siebie i posługują charyzmatami.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22A88-EB98-4819-9207-37C6D00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D1B90-68EC-48D7-BCB5-7BC83DBB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Podsumowanie dotyczy celu, współpracy z muzycznymi oraz unikania manipulacji i sztucznej atmosfery.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BC24F-9603-42F8-A2AF-DB79847B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97AA0-84AC-419A-B59D-56EA965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38CD7-5A3A-4352-B927-883332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Schemat modlitwy wspólnotowej na plakacie albo w prezentacji.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6DCCE-0D59-4AF5-B768-A798C66E7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b1750b08c4dda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33C3B-5C82-4F3F-9A04-9171A59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29B1C-8BE4-4797-809C-03B2611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DYNAMIKI  Spotkanie modlitewne 40 min  |  Posługa charyzmatyczna 20 min</a:t>
            </a:r>
          </a:p>
        </p:txBody>
      </p:sp>
    </p:spTree>
    <p:extLst>
      <p:ext uri="{BB962C8B-B14F-4D97-AF65-F5344CB8AC3E}">
        <p14:creationId xmlns:p14="http://schemas.microsoft.com/office/powerpoint/2010/main" val="782905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3329B-A72A-4544-8EDA-72BA6AC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C333D-08E4-48F9-94BE-75181D7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5229A-96A5-42DC-ABBC-40E900BD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Wspólnota - środowisko modlitwy charyzmatycznej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9E557-3B12-4903-ACC3-63BD4AE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B06D-C7C7-4565-9831-E537D902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672EF-D024-4750-ABE4-9EE3B26B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E93A-92A6-46E0-A071-74E70C0F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TOK NAUCZANIA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9132-2888-4616-9B04-695C1895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4DEA-AA5F-44C0-9D72-18460DA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Dzieje Apostolskie pokazują wspólnotę jako miejsce modlitwy i oczekiwania na Ducha Świętego.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A554E-4D7C-41CE-A3CF-52E9A61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6C3CE-BADD-4CC7-978F-E60E9F3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Wspólnota doświadcza zbawienia: nawrócenia, uzdrowienia, pokoju, odnowionych relacji i Bożego słowa.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9B273-4F85-407A-9146-999D35D5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74EF8-9EBA-4CA8-B70F-54046D6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Doświadczenie Boga prowadzi do ewangelizacji. Jedna wspólnota rodzi kolejne wspólnoty.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B8EF4-5450-49C2-AF39-278D11E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4668D-89AE-43B7-B0C6-47AD7D4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40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Dojrzałość przechodzi przez odnalezienie, rozczarowanie, przemianę i akceptację.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4191D-8736-4002-BB2C-5338709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97953-867C-4BCD-8771-93B205B6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E44A2-14C7-4A32-B92F-08B27CC6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Ukazać biblijny model wspólnoty.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71EEE-27FF-415B-B93A-16D7998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39C3B-DC43-4456-9AD5-4192D3A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MYŚL KLUCZOWA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753A1-97E8-4D0E-8C4B-A073055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Wspólnota żyje, gdy służy ewangelizacji.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E50E5-D6A9-4D9A-8846-BC3CFAC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CZAS  25 + 10 + 25 + 15 min</a:t>
            </a:r>
          </a:p>
        </p:txBody>
      </p:sp>
    </p:spTree>
    <p:extLst>
      <p:ext uri="{BB962C8B-B14F-4D97-AF65-F5344CB8AC3E}">
        <p14:creationId xmlns:p14="http://schemas.microsoft.com/office/powerpoint/2010/main" val="19646966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E7045-D7E7-4F93-B30E-2BC075C3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73075-8300-43E7-B404-2680A42E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TEMAT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813E1-5423-4C59-BEF3-9929008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Wspólnota - środowisko modlitwy charyzmatycznej - doświadczenie i metoda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CDEBA-4E59-4869-98DF-89A47E8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27004-24B3-4EDB-AD80-29B05FF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5F37-F492-44CA-95BB-4564BFF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7E563-B734-4C5E-986A-F9F4170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ZABIEGI I ĆWICZENIA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35FE3-1855-4332-9F53-E03138ED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CB3E6-008B-49DF-87A5-337DCBE2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Obraz Betlejem, Domu Chleba, pokazuje, że wspólnota bez Jezusa staje się miejscem głodu.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9B671-4266-404C-9B2A-C838A02A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50051-598C-4213-8646-D5A27E5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Krótka modlitwa obejmuje własną wspólnotę: jej modlitwę, doświadczenie Boga i ewangelizację.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D984-6783-476F-AF15-1CD64AE3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9E3DB-B9DE-427D-89D1-B1247679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„List do Boga” pomaga nazwać i powierzyć zranienia związane ze wspólnotą.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096C8-2B7B-4E83-92EF-0F36C5E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FF51B-57E1-4E22-BEAB-2C49687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5829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Listy trafiają do darów podczas Eucharystii jako znak oddania Bogu.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A27E9-22CE-4F7E-BC3F-361972E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8A2C8-E96C-4D9D-821B-2AF35F3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REKWIZYTY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FD643-AF42-4129-80C4-411DCD12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D2A3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A32"/>
                </a:solidFill>
                <a:latin typeface="Arial"/>
                <a:ea typeface="Arial"/>
                <a:cs typeface="Arial"/>
              </a:rPr>
              <a:t>Ładne kartki A4 dla uczestników oraz długopisy.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46318-A345-4A08-85B9-CB7288B41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f1dcdae4f4c81"/>
          <a:srcRect xmlns:a="http://schemas.openxmlformats.org/drawingml/2006/main" l="7971" t="0" r="7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524000"/>
            <a:ext cx="4419600" cy="3943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36232-B1DB-443B-BB03-D4661F9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0332-1040-41DB-8319-4B1FE5D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DYNAMIKI  Modlitwa za wspólnotę 5-10 min  |  List do Boga 10-15 min</a:t>
            </a:r>
          </a:p>
        </p:txBody>
      </p:sp>
    </p:spTree>
    <p:extLst>
      <p:ext uri="{BB962C8B-B14F-4D97-AF65-F5344CB8AC3E}">
        <p14:creationId xmlns:p14="http://schemas.microsoft.com/office/powerpoint/2010/main" val="21003912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E1A49-F351-4660-ABDD-DB12E1B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491E-D58E-497A-8D22-36C3B977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LOGISTYKA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35DCC-2D15-4035-9B0C-760DFBA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Rekwizyty według tematów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C8ACA-9ED8-4FB4-A3D9-A896777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1A4C3-7233-4B65-B11C-71AFFF8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FFCAE-334F-4841-BB2B-F675BE2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98790-BD3D-487C-BA67-4B9529C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Ołtarz Słowa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E13F0-9C2B-417C-92BD-C25D0575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biały obrus, duża Biblia, wazon, świeca, zapałki, kwiaty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08706-9BB6-4F17-8C50-97D13FC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A0F1A-561D-433A-A015-3AB5FF4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Wprowadzenie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17DEF-F986-42F6-BE4E-68B4FBA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pieśń, długopisy, karteczki samoprzylepne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6E343-31AC-43D2-9E3D-A0363A0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BE1E9-3053-4067-B28A-3EB9267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1  Sekret Piotra i Jana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DF603-F4AD-4215-A59E-CE20733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koszyk, chleb, schemat modlitwy osobistej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D3A6-BC2C-46E2-94FC-F0C44C47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2745E-5AD6-4493-95E8-A3E7205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2  Modlitwa osobista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71E4C-B8F4-4F16-A8B9-8E31115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termometr, brud, przezroczysty dzbanek, woda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88D74-ED83-451D-9ED8-4BB5400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67388-E35E-464F-A812-F3B35C1D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3  Pięćdziesiątnica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A20A1-5C3D-4063-B325-A396FEE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kartki, długopisy, basen z wodą, GPS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36C6B-3C02-4E6B-B636-92F2456A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FD6DA-9B52-4B07-84F4-F8DCB21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4  Uwielbienie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B8F6B-4EBE-4A62-8BBB-21160F82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kwitnący kwiatek w doniczce, nożyczki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D4677-03F4-4ED1-A00F-0AAD2A7E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C3296-D9CD-45DB-A0D8-2590F53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5  Charyzmaty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CB3C1-E98F-4E03-A2FC-F496FFD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brak osobnego rekwizytu w tabeli technicznej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7CFCC-622F-4F88-9473-41018F1E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D36BB-E823-4C6D-A9B0-C70DC119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6  Modlitwa wspólnotowa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181D7-8D28-40CA-98D3-B9BF633B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schemat na plakacie lub w prezentacji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11C1C4-FD00-4DF5-A54D-A3B56E6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6B54B-3774-4FCF-8003-C16F2094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7  Wspólnota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379AD-BD4C-45CE-857C-DE9AE8B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ładne kartki A4, długopisy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7509D3-22AC-4745-9E9C-43B71A7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A3927-83A3-4ABD-BA65-FC33C840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435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Ocena kursu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EE30EE-F694-41C5-A2C4-5FB0E6F7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kartki i długopisy dla uczestników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EB51A4-9F2E-4FE0-95DF-08FED0CE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24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23816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663CB-45BF-4009-8276-0AC9ACA3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CE2D6-0D45-4350-89D1-6017B7E7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METODYKA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E8034-FCD2-462F-B36E-D5C499D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Powtarzalny rytm każdego tematu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66CC7-D0D0-4DA8-8038-E8E1166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23EEE-98FA-47EC-88D9-97365461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ACFBF-F21B-40AC-959B-AC14BBB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DA48A-E462-4C0F-90A3-FAAD1AC0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5D27E-9B74-43B2-8101-BC6C46C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Słowo i myśl kluczowa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746B1-D790-4EE5-A238-C69F8D93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Nauczanie nazywa prawdę, którą uczestnik ma zobaczyć.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D1786-14CD-43DC-B116-0364D254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764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7B9CF-0BAE-44E0-AB10-1C7CBF8F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A3B3A-9C78-4903-9690-2F6A606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Obraz lub zabieg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245CA-6C0B-4120-A790-F39617E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Prosty przedmiot przekłada treść na pamiętny obraz.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470CE-6043-4C18-A100-6BF12A31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C36CA-6181-47A5-8D7A-96E190B2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908B9-D5CE-45E0-AD27-083FDA1A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Doświadczenie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FDEAB-11E9-4B83-AB1B-48F005C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Dynamika pozwala uczestnikowi wykonać konkretny krok.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882B2-935E-4482-A6C3-82E8328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961F3-0E6B-4F71-85FF-F2844A33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BCE6D-E8FB-4E86-9291-24B814B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Podsumowanie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4330C-BA6E-496E-975C-ABD280A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Dzielenie i konkluzja pomagają nazwać przeżyte doświadczenie.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6A948-158F-46F4-9AAC-6FA3C399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Dyrektorium prowadzi od poznania do praktyki. Rekwizyt nie jest dekoracją, lecz nośnikiem znaczenia.</a:t>
            </a:r>
          </a:p>
        </p:txBody>
      </p:sp>
    </p:spTree>
    <p:extLst>
      <p:ext uri="{BB962C8B-B14F-4D97-AF65-F5344CB8AC3E}">
        <p14:creationId xmlns:p14="http://schemas.microsoft.com/office/powerpoint/2010/main" val="1100925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93A1C-D026-429E-9F31-198912E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B0EE8-B9FD-41D3-A7CE-36D53C8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POWTÓRKA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4FA29-1C8C-4292-B9FD-72A33DCF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Jedno zdanie do zapamiętania z każdego tematu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BCF4-DF2F-4361-84B7-27D054C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5AE5-4212-458F-B68C-300853FE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KAMCh 2017  |  widok z lotu ptaka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44BBB-05FC-4886-B106-1B851E4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37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6DD1A-CE03-4D0C-A9B0-C51D41FC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C5F87-F5FA-4600-A904-DBA6609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Szukaj obecności Boga całym sercem.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A731-EE0A-44FE-8C94-75B54A5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894E7-4520-4667-80BD-9AEB0169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FD65D-EE63-444B-9057-D09B854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Nie może zabraknąć modlitwy i głoszenia Słowa.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9A43C-A46C-49AD-9172-07B67D52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7A392-217F-4835-B18A-C07183B6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209FD-6F4F-450D-9D3A-FD22C2D3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Czas z Bogiem daje siłę i kierunek.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218BF-8B75-4539-A27D-4E189F16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57E16-E9AE-482E-9182-FB9669C7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8B79A-BC02-4251-B919-2649787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Modlitwa zmierza do doświadczenia Pięćdziesiątnicy.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856A1-1758-4A4F-98B8-C7FA3B83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50592-2142-4630-AC18-C451B127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42A9D-F183-4A09-B3FD-CF078075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192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Uwielbienie jest drogą do Jezusa.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5088E-77D1-4519-B41A-76873F9D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639AD-70EC-44B7-BE98-4BB732B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38F01-E98B-4885-A502-4A99F77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Pragnij charyzmatów Ducha dla wspólnoty.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6DD0B-31E7-4B4D-BAA0-A90A798F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FEEC6-4AB6-47E2-9183-1F940201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C968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684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2505E-030B-445A-A95B-763F45B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Duch Święty jest Duchem porządku.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0A334-FCAB-4A0E-9B99-FF78D8E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D5F91-D6E5-4E00-BAA9-A20D689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D5A1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A1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8EBD9D-0C1F-4DEC-B790-80FC31E7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1965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736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64D"/>
                </a:solidFill>
                <a:latin typeface="Arial"/>
                <a:ea typeface="Arial"/>
                <a:cs typeface="Arial"/>
              </a:rPr>
              <a:t>Wspólnota żyje, gdy jest dla ewangelizacji.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BFE5B-A8AA-4CDB-BE61-AAA0CC0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4687C-8587-4C8D-955B-45D8953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4E7E7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E7E73"/>
                </a:solidFill>
                <a:latin typeface="Arial"/>
                <a:ea typeface="Arial"/>
                <a:cs typeface="Arial"/>
              </a:rPr>
              <a:t>Ta kolejność stanowi kręgosłup kursu: spotkanie, modlitwa, Duch, uwielbienie, dary, prowadzenie i misja wspólnoty.</a:t>
            </a:r>
          </a:p>
        </p:txBody>
      </p:sp>
    </p:spTree>
    <p:extLst>
      <p:ext uri="{BB962C8B-B14F-4D97-AF65-F5344CB8AC3E}">
        <p14:creationId xmlns:p14="http://schemas.microsoft.com/office/powerpoint/2010/main" val="1264824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2026-10-11T19:46:24.0420000Z</dcterms:created>
  <dcterms:modified xsi:type="dcterms:W3CDTF">2026-10-11T19:46:24.0420000Z</dcterms:modified>
</coreProperties>
</file>