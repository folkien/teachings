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Instrument Serif Italics" charset="1" panose="00000000000000000000"/>
      <p:regular r:id="rId32"/>
    </p:embeddedFont>
    <p:embeddedFont>
      <p:font typeface="Oswald Light" charset="1" panose="00000000000000000000"/>
      <p:regular r:id="rId33"/>
    </p:embeddedFont>
    <p:embeddedFont>
      <p:font typeface="Plus Jakarta Sans Bold" charset="1" panose="00000000000000000000"/>
      <p:regular r:id="rId34"/>
    </p:embeddedFont>
    <p:embeddedFont>
      <p:font typeface="Plus Jakarta Sans" charset="1" panose="000000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4.png" Type="http://schemas.openxmlformats.org/officeDocument/2006/relationships/image"/><Relationship Id="rId6" Target="../media/image10.png" Type="http://schemas.openxmlformats.org/officeDocument/2006/relationships/image"/><Relationship Id="rId7" Target="../media/image2.png" Type="http://schemas.openxmlformats.org/officeDocument/2006/relationships/image"/><Relationship Id="rId8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4.png" Type="http://schemas.openxmlformats.org/officeDocument/2006/relationships/image"/><Relationship Id="rId6" Target="../media/image10.png" Type="http://schemas.openxmlformats.org/officeDocument/2006/relationships/image"/><Relationship Id="rId7" Target="../media/image2.png" Type="http://schemas.openxmlformats.org/officeDocument/2006/relationships/image"/><Relationship Id="rId8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10.png" Type="http://schemas.openxmlformats.org/officeDocument/2006/relationships/image"/><Relationship Id="rId6" Target="../media/image2.png" Type="http://schemas.openxmlformats.org/officeDocument/2006/relationships/image"/><Relationship Id="rId7" Target="../media/image3.pn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0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0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0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0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0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4.png" Type="http://schemas.openxmlformats.org/officeDocument/2006/relationships/image"/><Relationship Id="rId6" Target="../media/image10.png" Type="http://schemas.openxmlformats.org/officeDocument/2006/relationships/image"/><Relationship Id="rId7" Target="../media/image2.png" Type="http://schemas.openxmlformats.org/officeDocument/2006/relationships/image"/><Relationship Id="rId8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4.png" Type="http://schemas.openxmlformats.org/officeDocument/2006/relationships/image"/><Relationship Id="rId6" Target="../media/image10.png" Type="http://schemas.openxmlformats.org/officeDocument/2006/relationships/image"/><Relationship Id="rId7" Target="../media/image2.png" Type="http://schemas.openxmlformats.org/officeDocument/2006/relationships/image"/><Relationship Id="rId8" Target="../media/image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.png" Type="http://schemas.openxmlformats.org/officeDocument/2006/relationships/image"/><Relationship Id="rId7" Target="../media/image10.png" Type="http://schemas.openxmlformats.org/officeDocument/2006/relationships/image"/><Relationship Id="rId8" Target="../media/image2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0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0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3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3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2.png" Type="http://schemas.openxmlformats.org/officeDocument/2006/relationships/image"/><Relationship Id="rId6" Target="../media/image3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2.png" Type="http://schemas.openxmlformats.org/officeDocument/2006/relationships/image"/><Relationship Id="rId5" Target="../media/image3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2.png" Type="http://schemas.openxmlformats.org/officeDocument/2006/relationships/image"/><Relationship Id="rId5" Target="../media/image3.png" Type="http://schemas.openxmlformats.org/officeDocument/2006/relationships/image"/><Relationship Id="rId6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CB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6909" y="2143372"/>
            <a:ext cx="9362733" cy="484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8"/>
              </a:lnSpc>
            </a:pPr>
            <a:r>
              <a:rPr lang="en-US" sz="19332" i="true">
                <a:solidFill>
                  <a:srgbClr val="E42312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</a:t>
            </a:r>
          </a:p>
          <a:p>
            <a:pPr algn="l">
              <a:lnSpc>
                <a:spcPts val="18558"/>
              </a:lnSpc>
            </a:pPr>
            <a:r>
              <a:rPr lang="en-US" sz="19332" i="true">
                <a:solidFill>
                  <a:srgbClr val="E42312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jest Alpha!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9774961" y="-1178786"/>
            <a:ext cx="18229646" cy="12199393"/>
          </a:xfrm>
          <a:custGeom>
            <a:avLst/>
            <a:gdLst/>
            <a:ahLst/>
            <a:cxnLst/>
            <a:rect r="r" b="b" t="t" l="l"/>
            <a:pathLst>
              <a:path h="12199393" w="18229646">
                <a:moveTo>
                  <a:pt x="0" y="0"/>
                </a:moveTo>
                <a:lnTo>
                  <a:pt x="18229646" y="0"/>
                </a:lnTo>
                <a:lnTo>
                  <a:pt x="18229646" y="12199394"/>
                </a:lnTo>
                <a:lnTo>
                  <a:pt x="0" y="121993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-1317" b="-5238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0836" y="4444313"/>
            <a:ext cx="2296798" cy="1721128"/>
          </a:xfrm>
          <a:custGeom>
            <a:avLst/>
            <a:gdLst/>
            <a:ahLst/>
            <a:cxnLst/>
            <a:rect r="r" b="b" t="t" l="l"/>
            <a:pathLst>
              <a:path h="1721128" w="2296798">
                <a:moveTo>
                  <a:pt x="0" y="0"/>
                </a:moveTo>
                <a:lnTo>
                  <a:pt x="2296798" y="0"/>
                </a:lnTo>
                <a:lnTo>
                  <a:pt x="2296798" y="1721128"/>
                </a:lnTo>
                <a:lnTo>
                  <a:pt x="0" y="1721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25226" y="835122"/>
            <a:ext cx="2086306" cy="1563394"/>
          </a:xfrm>
          <a:custGeom>
            <a:avLst/>
            <a:gdLst/>
            <a:ahLst/>
            <a:cxnLst/>
            <a:rect r="r" b="b" t="t" l="l"/>
            <a:pathLst>
              <a:path h="1563394" w="2086306">
                <a:moveTo>
                  <a:pt x="0" y="0"/>
                </a:moveTo>
                <a:lnTo>
                  <a:pt x="2086306" y="0"/>
                </a:lnTo>
                <a:lnTo>
                  <a:pt x="2086306" y="1563394"/>
                </a:lnTo>
                <a:lnTo>
                  <a:pt x="0" y="1563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17075" y="6344039"/>
            <a:ext cx="1405630" cy="1053322"/>
          </a:xfrm>
          <a:custGeom>
            <a:avLst/>
            <a:gdLst/>
            <a:ahLst/>
            <a:cxnLst/>
            <a:rect r="r" b="b" t="t" l="l"/>
            <a:pathLst>
              <a:path h="1053322" w="1405630">
                <a:moveTo>
                  <a:pt x="0" y="0"/>
                </a:moveTo>
                <a:lnTo>
                  <a:pt x="1405630" y="0"/>
                </a:lnTo>
                <a:lnTo>
                  <a:pt x="1405630" y="1053322"/>
                </a:lnTo>
                <a:lnTo>
                  <a:pt x="0" y="10533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22500" y="571500"/>
            <a:ext cx="2508250" cy="2508250"/>
          </a:xfrm>
          <a:custGeom>
            <a:avLst/>
            <a:gdLst/>
            <a:ahLst/>
            <a:cxnLst/>
            <a:rect r="r" b="b" t="t" l="l"/>
            <a:pathLst>
              <a:path h="2508250" w="2508250">
                <a:moveTo>
                  <a:pt x="0" y="0"/>
                </a:moveTo>
                <a:lnTo>
                  <a:pt x="2508250" y="0"/>
                </a:lnTo>
                <a:lnTo>
                  <a:pt x="2508250" y="2508250"/>
                </a:lnTo>
                <a:lnTo>
                  <a:pt x="0" y="2508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296400" y="7596536"/>
            <a:ext cx="6965950" cy="54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32"/>
              </a:lnSpc>
              <a:spcBef>
                <a:spcPct val="0"/>
              </a:spcBef>
            </a:pPr>
            <a:r>
              <a:rPr lang="en-US" sz="4051">
                <a:solidFill>
                  <a:srgbClr val="9D0000"/>
                </a:solidFill>
                <a:latin typeface="Oswald Light"/>
                <a:ea typeface="Oswald Light"/>
                <a:cs typeface="Oswald Light"/>
                <a:sym typeface="Oswald Light"/>
              </a:rPr>
              <a:t>Alpha jest dla każdego, kto jest ciekawy.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D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6909" y="2143372"/>
            <a:ext cx="9362733" cy="484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8"/>
              </a:lnSpc>
            </a:pPr>
            <a:r>
              <a:rPr lang="en-US" sz="19332" i="true">
                <a:solidFill>
                  <a:srgbClr val="E42312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</a:t>
            </a:r>
          </a:p>
          <a:p>
            <a:pPr algn="l">
              <a:lnSpc>
                <a:spcPts val="18558"/>
              </a:lnSpc>
            </a:pPr>
            <a:r>
              <a:rPr lang="en-US" sz="19332" i="true">
                <a:solidFill>
                  <a:srgbClr val="E42312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jest Alpha!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9774961" y="-1178786"/>
            <a:ext cx="18229646" cy="12199393"/>
          </a:xfrm>
          <a:custGeom>
            <a:avLst/>
            <a:gdLst/>
            <a:ahLst/>
            <a:cxnLst/>
            <a:rect r="r" b="b" t="t" l="l"/>
            <a:pathLst>
              <a:path h="12199393" w="18229646">
                <a:moveTo>
                  <a:pt x="0" y="0"/>
                </a:moveTo>
                <a:lnTo>
                  <a:pt x="18229646" y="0"/>
                </a:lnTo>
                <a:lnTo>
                  <a:pt x="18229646" y="12199394"/>
                </a:lnTo>
                <a:lnTo>
                  <a:pt x="0" y="121993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-1317" b="-5238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0836" y="4444313"/>
            <a:ext cx="2296798" cy="1721128"/>
          </a:xfrm>
          <a:custGeom>
            <a:avLst/>
            <a:gdLst/>
            <a:ahLst/>
            <a:cxnLst/>
            <a:rect r="r" b="b" t="t" l="l"/>
            <a:pathLst>
              <a:path h="1721128" w="2296798">
                <a:moveTo>
                  <a:pt x="0" y="0"/>
                </a:moveTo>
                <a:lnTo>
                  <a:pt x="2296798" y="0"/>
                </a:lnTo>
                <a:lnTo>
                  <a:pt x="2296798" y="1721128"/>
                </a:lnTo>
                <a:lnTo>
                  <a:pt x="0" y="1721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25226" y="835122"/>
            <a:ext cx="2086306" cy="1563394"/>
          </a:xfrm>
          <a:custGeom>
            <a:avLst/>
            <a:gdLst/>
            <a:ahLst/>
            <a:cxnLst/>
            <a:rect r="r" b="b" t="t" l="l"/>
            <a:pathLst>
              <a:path h="1563394" w="2086306">
                <a:moveTo>
                  <a:pt x="0" y="0"/>
                </a:moveTo>
                <a:lnTo>
                  <a:pt x="2086306" y="0"/>
                </a:lnTo>
                <a:lnTo>
                  <a:pt x="2086306" y="1563394"/>
                </a:lnTo>
                <a:lnTo>
                  <a:pt x="0" y="1563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17075" y="6344039"/>
            <a:ext cx="1405630" cy="1053322"/>
          </a:xfrm>
          <a:custGeom>
            <a:avLst/>
            <a:gdLst/>
            <a:ahLst/>
            <a:cxnLst/>
            <a:rect r="r" b="b" t="t" l="l"/>
            <a:pathLst>
              <a:path h="1053322" w="1405630">
                <a:moveTo>
                  <a:pt x="0" y="0"/>
                </a:moveTo>
                <a:lnTo>
                  <a:pt x="1405630" y="0"/>
                </a:lnTo>
                <a:lnTo>
                  <a:pt x="1405630" y="1053322"/>
                </a:lnTo>
                <a:lnTo>
                  <a:pt x="0" y="10533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22500" y="571500"/>
            <a:ext cx="2508250" cy="2508250"/>
          </a:xfrm>
          <a:custGeom>
            <a:avLst/>
            <a:gdLst/>
            <a:ahLst/>
            <a:cxnLst/>
            <a:rect r="r" b="b" t="t" l="l"/>
            <a:pathLst>
              <a:path h="2508250" w="2508250">
                <a:moveTo>
                  <a:pt x="0" y="0"/>
                </a:moveTo>
                <a:lnTo>
                  <a:pt x="2508250" y="0"/>
                </a:lnTo>
                <a:lnTo>
                  <a:pt x="2508250" y="2508250"/>
                </a:lnTo>
                <a:lnTo>
                  <a:pt x="0" y="2508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296400" y="7596536"/>
            <a:ext cx="6965950" cy="54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32"/>
              </a:lnSpc>
              <a:spcBef>
                <a:spcPct val="0"/>
              </a:spcBef>
            </a:pPr>
            <a:r>
              <a:rPr lang="en-US" sz="4051">
                <a:solidFill>
                  <a:srgbClr val="9D0000"/>
                </a:solidFill>
                <a:latin typeface="Oswald Light"/>
                <a:ea typeface="Oswald Light"/>
                <a:cs typeface="Oswald Light"/>
                <a:sym typeface="Oswald Light"/>
              </a:rPr>
              <a:t>Alpha jest dla każdego, kto jest ciekawy.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D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945566" y="-4055634"/>
            <a:ext cx="10396867" cy="18398269"/>
          </a:xfrm>
          <a:custGeom>
            <a:avLst/>
            <a:gdLst/>
            <a:ahLst/>
            <a:cxnLst/>
            <a:rect r="r" b="b" t="t" l="l"/>
            <a:pathLst>
              <a:path h="18398269" w="10396867">
                <a:moveTo>
                  <a:pt x="0" y="0"/>
                </a:moveTo>
                <a:lnTo>
                  <a:pt x="10396868" y="0"/>
                </a:lnTo>
                <a:lnTo>
                  <a:pt x="10396868" y="18398268"/>
                </a:lnTo>
                <a:lnTo>
                  <a:pt x="0" y="183982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5442" t="0" r="-7409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6909" y="2143372"/>
            <a:ext cx="9362733" cy="484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8"/>
              </a:lnSpc>
            </a:pPr>
            <a:r>
              <a:rPr lang="en-US" sz="19332" i="true">
                <a:solidFill>
                  <a:srgbClr val="E42312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</a:t>
            </a:r>
          </a:p>
          <a:p>
            <a:pPr algn="l">
              <a:lnSpc>
                <a:spcPts val="18558"/>
              </a:lnSpc>
            </a:pPr>
            <a:r>
              <a:rPr lang="en-US" sz="19332" i="true">
                <a:solidFill>
                  <a:srgbClr val="E42312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jest Alpha!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9774961" y="-1178786"/>
            <a:ext cx="18229646" cy="12199393"/>
          </a:xfrm>
          <a:custGeom>
            <a:avLst/>
            <a:gdLst/>
            <a:ahLst/>
            <a:cxnLst/>
            <a:rect r="r" b="b" t="t" l="l"/>
            <a:pathLst>
              <a:path h="12199393" w="18229646">
                <a:moveTo>
                  <a:pt x="0" y="0"/>
                </a:moveTo>
                <a:lnTo>
                  <a:pt x="18229646" y="0"/>
                </a:lnTo>
                <a:lnTo>
                  <a:pt x="18229646" y="12199394"/>
                </a:lnTo>
                <a:lnTo>
                  <a:pt x="0" y="12199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64" r="-1317" b="-5238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0836" y="4444313"/>
            <a:ext cx="2296798" cy="1721128"/>
          </a:xfrm>
          <a:custGeom>
            <a:avLst/>
            <a:gdLst/>
            <a:ahLst/>
            <a:cxnLst/>
            <a:rect r="r" b="b" t="t" l="l"/>
            <a:pathLst>
              <a:path h="1721128" w="2296798">
                <a:moveTo>
                  <a:pt x="0" y="0"/>
                </a:moveTo>
                <a:lnTo>
                  <a:pt x="2296798" y="0"/>
                </a:lnTo>
                <a:lnTo>
                  <a:pt x="2296798" y="1721128"/>
                </a:lnTo>
                <a:lnTo>
                  <a:pt x="0" y="17211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25226" y="835122"/>
            <a:ext cx="2086306" cy="1563394"/>
          </a:xfrm>
          <a:custGeom>
            <a:avLst/>
            <a:gdLst/>
            <a:ahLst/>
            <a:cxnLst/>
            <a:rect r="r" b="b" t="t" l="l"/>
            <a:pathLst>
              <a:path h="1563394" w="2086306">
                <a:moveTo>
                  <a:pt x="0" y="0"/>
                </a:moveTo>
                <a:lnTo>
                  <a:pt x="2086306" y="0"/>
                </a:lnTo>
                <a:lnTo>
                  <a:pt x="2086306" y="1563394"/>
                </a:lnTo>
                <a:lnTo>
                  <a:pt x="0" y="15633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17075" y="6344039"/>
            <a:ext cx="1405630" cy="1053322"/>
          </a:xfrm>
          <a:custGeom>
            <a:avLst/>
            <a:gdLst/>
            <a:ahLst/>
            <a:cxnLst/>
            <a:rect r="r" b="b" t="t" l="l"/>
            <a:pathLst>
              <a:path h="1053322" w="1405630">
                <a:moveTo>
                  <a:pt x="0" y="0"/>
                </a:moveTo>
                <a:lnTo>
                  <a:pt x="1405630" y="0"/>
                </a:lnTo>
                <a:lnTo>
                  <a:pt x="1405630" y="1053322"/>
                </a:lnTo>
                <a:lnTo>
                  <a:pt x="0" y="10533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922500" y="571500"/>
            <a:ext cx="2508250" cy="2508250"/>
          </a:xfrm>
          <a:custGeom>
            <a:avLst/>
            <a:gdLst/>
            <a:ahLst/>
            <a:cxnLst/>
            <a:rect r="r" b="b" t="t" l="l"/>
            <a:pathLst>
              <a:path h="2508250" w="2508250">
                <a:moveTo>
                  <a:pt x="0" y="0"/>
                </a:moveTo>
                <a:lnTo>
                  <a:pt x="2508250" y="0"/>
                </a:lnTo>
                <a:lnTo>
                  <a:pt x="2508250" y="2508250"/>
                </a:lnTo>
                <a:lnTo>
                  <a:pt x="0" y="25082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296400" y="7596536"/>
            <a:ext cx="6965950" cy="54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32"/>
              </a:lnSpc>
              <a:spcBef>
                <a:spcPct val="0"/>
              </a:spcBef>
            </a:pPr>
            <a:r>
              <a:rPr lang="en-US" sz="4051">
                <a:solidFill>
                  <a:srgbClr val="9D0000"/>
                </a:solidFill>
                <a:latin typeface="Oswald Light"/>
                <a:ea typeface="Oswald Light"/>
                <a:cs typeface="Oswald Light"/>
                <a:sym typeface="Oswald Light"/>
              </a:rPr>
              <a:t>Alpha jest dla każdego, kto jest ciekawy.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22413">
                <a:alpha val="100000"/>
              </a:srgbClr>
            </a:gs>
            <a:gs pos="100000">
              <a:srgbClr val="902F2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22500" y="571500"/>
            <a:ext cx="2508250" cy="2508250"/>
          </a:xfrm>
          <a:custGeom>
            <a:avLst/>
            <a:gdLst/>
            <a:ahLst/>
            <a:cxnLst/>
            <a:rect r="r" b="b" t="t" l="l"/>
            <a:pathLst>
              <a:path h="2508250" w="2508250">
                <a:moveTo>
                  <a:pt x="0" y="0"/>
                </a:moveTo>
                <a:lnTo>
                  <a:pt x="2508250" y="0"/>
                </a:lnTo>
                <a:lnTo>
                  <a:pt x="2508250" y="2508250"/>
                </a:lnTo>
                <a:lnTo>
                  <a:pt x="0" y="2508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6909" y="2143372"/>
            <a:ext cx="9362733" cy="484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8"/>
              </a:lnSpc>
            </a:pPr>
            <a:r>
              <a:rPr lang="en-US" sz="19332" i="true">
                <a:solidFill>
                  <a:srgbClr val="FFFFE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</a:t>
            </a:r>
          </a:p>
          <a:p>
            <a:pPr algn="l">
              <a:lnSpc>
                <a:spcPts val="18558"/>
              </a:lnSpc>
            </a:pPr>
            <a:r>
              <a:rPr lang="en-US" sz="19332" i="true">
                <a:solidFill>
                  <a:srgbClr val="FFFFE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jest Alpha!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9774961" y="-1178786"/>
            <a:ext cx="18229646" cy="12199393"/>
          </a:xfrm>
          <a:custGeom>
            <a:avLst/>
            <a:gdLst/>
            <a:ahLst/>
            <a:cxnLst/>
            <a:rect r="r" b="b" t="t" l="l"/>
            <a:pathLst>
              <a:path h="12199393" w="18229646">
                <a:moveTo>
                  <a:pt x="0" y="0"/>
                </a:moveTo>
                <a:lnTo>
                  <a:pt x="18229646" y="0"/>
                </a:lnTo>
                <a:lnTo>
                  <a:pt x="18229646" y="12199394"/>
                </a:lnTo>
                <a:lnTo>
                  <a:pt x="0" y="12199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364" r="-1317" b="-5238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0836" y="4444313"/>
            <a:ext cx="2296798" cy="1721128"/>
          </a:xfrm>
          <a:custGeom>
            <a:avLst/>
            <a:gdLst/>
            <a:ahLst/>
            <a:cxnLst/>
            <a:rect r="r" b="b" t="t" l="l"/>
            <a:pathLst>
              <a:path h="1721128" w="2296798">
                <a:moveTo>
                  <a:pt x="0" y="0"/>
                </a:moveTo>
                <a:lnTo>
                  <a:pt x="2296798" y="0"/>
                </a:lnTo>
                <a:lnTo>
                  <a:pt x="2296798" y="1721128"/>
                </a:lnTo>
                <a:lnTo>
                  <a:pt x="0" y="17211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25226" y="835122"/>
            <a:ext cx="2086306" cy="1563394"/>
          </a:xfrm>
          <a:custGeom>
            <a:avLst/>
            <a:gdLst/>
            <a:ahLst/>
            <a:cxnLst/>
            <a:rect r="r" b="b" t="t" l="l"/>
            <a:pathLst>
              <a:path h="1563394" w="2086306">
                <a:moveTo>
                  <a:pt x="0" y="0"/>
                </a:moveTo>
                <a:lnTo>
                  <a:pt x="2086306" y="0"/>
                </a:lnTo>
                <a:lnTo>
                  <a:pt x="2086306" y="1563394"/>
                </a:lnTo>
                <a:lnTo>
                  <a:pt x="0" y="15633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17075" y="6344039"/>
            <a:ext cx="1405630" cy="1053322"/>
          </a:xfrm>
          <a:custGeom>
            <a:avLst/>
            <a:gdLst/>
            <a:ahLst/>
            <a:cxnLst/>
            <a:rect r="r" b="b" t="t" l="l"/>
            <a:pathLst>
              <a:path h="1053322" w="1405630">
                <a:moveTo>
                  <a:pt x="0" y="0"/>
                </a:moveTo>
                <a:lnTo>
                  <a:pt x="1405630" y="0"/>
                </a:lnTo>
                <a:lnTo>
                  <a:pt x="1405630" y="1053322"/>
                </a:lnTo>
                <a:lnTo>
                  <a:pt x="0" y="10533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296400" y="7596536"/>
            <a:ext cx="6965950" cy="54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32"/>
              </a:lnSpc>
              <a:spcBef>
                <a:spcPct val="0"/>
              </a:spcBef>
            </a:pPr>
            <a:r>
              <a:rPr lang="en-US" sz="4051">
                <a:solidFill>
                  <a:srgbClr val="FACBC7"/>
                </a:solidFill>
                <a:latin typeface="Oswald Light"/>
                <a:ea typeface="Oswald Light"/>
                <a:cs typeface="Oswald Light"/>
                <a:sym typeface="Oswald Light"/>
              </a:rPr>
              <a:t>Alpha jest dla każdego, kto jest ciekawy.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F5B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22500" y="571500"/>
            <a:ext cx="2508250" cy="2508250"/>
          </a:xfrm>
          <a:custGeom>
            <a:avLst/>
            <a:gdLst/>
            <a:ahLst/>
            <a:cxnLst/>
            <a:rect r="r" b="b" t="t" l="l"/>
            <a:pathLst>
              <a:path h="2508250" w="2508250">
                <a:moveTo>
                  <a:pt x="0" y="0"/>
                </a:moveTo>
                <a:lnTo>
                  <a:pt x="2508250" y="0"/>
                </a:lnTo>
                <a:lnTo>
                  <a:pt x="2508250" y="2508250"/>
                </a:lnTo>
                <a:lnTo>
                  <a:pt x="0" y="2508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6909" y="2143372"/>
            <a:ext cx="9362733" cy="484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8"/>
              </a:lnSpc>
            </a:pPr>
            <a:r>
              <a:rPr lang="en-US" sz="19332" i="true">
                <a:solidFill>
                  <a:srgbClr val="FFFFE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</a:t>
            </a:r>
          </a:p>
          <a:p>
            <a:pPr algn="l">
              <a:lnSpc>
                <a:spcPts val="18558"/>
              </a:lnSpc>
            </a:pPr>
            <a:r>
              <a:rPr lang="en-US" sz="19332" i="true">
                <a:solidFill>
                  <a:srgbClr val="FFFFE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jest Alpha!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9774961" y="-1178786"/>
            <a:ext cx="18229646" cy="12199393"/>
          </a:xfrm>
          <a:custGeom>
            <a:avLst/>
            <a:gdLst/>
            <a:ahLst/>
            <a:cxnLst/>
            <a:rect r="r" b="b" t="t" l="l"/>
            <a:pathLst>
              <a:path h="12199393" w="18229646">
                <a:moveTo>
                  <a:pt x="0" y="0"/>
                </a:moveTo>
                <a:lnTo>
                  <a:pt x="18229646" y="0"/>
                </a:lnTo>
                <a:lnTo>
                  <a:pt x="18229646" y="12199394"/>
                </a:lnTo>
                <a:lnTo>
                  <a:pt x="0" y="12199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364" r="-1317" b="-5238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0836" y="4444313"/>
            <a:ext cx="2296798" cy="1721128"/>
          </a:xfrm>
          <a:custGeom>
            <a:avLst/>
            <a:gdLst/>
            <a:ahLst/>
            <a:cxnLst/>
            <a:rect r="r" b="b" t="t" l="l"/>
            <a:pathLst>
              <a:path h="1721128" w="2296798">
                <a:moveTo>
                  <a:pt x="0" y="0"/>
                </a:moveTo>
                <a:lnTo>
                  <a:pt x="2296798" y="0"/>
                </a:lnTo>
                <a:lnTo>
                  <a:pt x="2296798" y="1721128"/>
                </a:lnTo>
                <a:lnTo>
                  <a:pt x="0" y="17211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25226" y="835122"/>
            <a:ext cx="2086306" cy="1563394"/>
          </a:xfrm>
          <a:custGeom>
            <a:avLst/>
            <a:gdLst/>
            <a:ahLst/>
            <a:cxnLst/>
            <a:rect r="r" b="b" t="t" l="l"/>
            <a:pathLst>
              <a:path h="1563394" w="2086306">
                <a:moveTo>
                  <a:pt x="0" y="0"/>
                </a:moveTo>
                <a:lnTo>
                  <a:pt x="2086306" y="0"/>
                </a:lnTo>
                <a:lnTo>
                  <a:pt x="2086306" y="1563394"/>
                </a:lnTo>
                <a:lnTo>
                  <a:pt x="0" y="15633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17075" y="6344039"/>
            <a:ext cx="1405630" cy="1053322"/>
          </a:xfrm>
          <a:custGeom>
            <a:avLst/>
            <a:gdLst/>
            <a:ahLst/>
            <a:cxnLst/>
            <a:rect r="r" b="b" t="t" l="l"/>
            <a:pathLst>
              <a:path h="1053322" w="1405630">
                <a:moveTo>
                  <a:pt x="0" y="0"/>
                </a:moveTo>
                <a:lnTo>
                  <a:pt x="1405630" y="0"/>
                </a:lnTo>
                <a:lnTo>
                  <a:pt x="1405630" y="1053322"/>
                </a:lnTo>
                <a:lnTo>
                  <a:pt x="0" y="10533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296400" y="7596536"/>
            <a:ext cx="6965950" cy="54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32"/>
              </a:lnSpc>
              <a:spcBef>
                <a:spcPct val="0"/>
              </a:spcBef>
            </a:pPr>
            <a:r>
              <a:rPr lang="en-US" sz="4051">
                <a:solidFill>
                  <a:srgbClr val="FACBC7"/>
                </a:solidFill>
                <a:latin typeface="Oswald Light"/>
                <a:ea typeface="Oswald Light"/>
                <a:cs typeface="Oswald Light"/>
                <a:sym typeface="Oswald Light"/>
              </a:rPr>
              <a:t>Alpha jest dla każdego, kto jest ciekawy.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2500" y="0"/>
            <a:ext cx="3365500" cy="10287000"/>
            <a:chOff x="0" y="0"/>
            <a:chExt cx="88638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6387" cy="2709333"/>
            </a:xfrm>
            <a:custGeom>
              <a:avLst/>
              <a:gdLst/>
              <a:ahLst/>
              <a:cxnLst/>
              <a:rect r="r" b="b" t="t" l="l"/>
              <a:pathLst>
                <a:path h="2709333" w="886387">
                  <a:moveTo>
                    <a:pt x="0" y="0"/>
                  </a:moveTo>
                  <a:lnTo>
                    <a:pt x="886387" y="0"/>
                  </a:lnTo>
                  <a:lnTo>
                    <a:pt x="88638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ACBC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86387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044713" y="4848526"/>
            <a:ext cx="7358609" cy="7334470"/>
          </a:xfrm>
          <a:custGeom>
            <a:avLst/>
            <a:gdLst/>
            <a:ahLst/>
            <a:cxnLst/>
            <a:rect r="r" b="b" t="t" l="l"/>
            <a:pathLst>
              <a:path h="7334470" w="7358609">
                <a:moveTo>
                  <a:pt x="0" y="0"/>
                </a:moveTo>
                <a:lnTo>
                  <a:pt x="7358610" y="0"/>
                </a:lnTo>
                <a:lnTo>
                  <a:pt x="7358610" y="7334471"/>
                </a:lnTo>
                <a:lnTo>
                  <a:pt x="0" y="73344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59" r="-1317" b="-231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5817" y="612774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771878" y="9258300"/>
            <a:ext cx="972573" cy="728807"/>
          </a:xfrm>
          <a:custGeom>
            <a:avLst/>
            <a:gdLst/>
            <a:ahLst/>
            <a:cxnLst/>
            <a:rect r="r" b="b" t="t" l="l"/>
            <a:pathLst>
              <a:path h="728807" w="972573">
                <a:moveTo>
                  <a:pt x="0" y="0"/>
                </a:moveTo>
                <a:lnTo>
                  <a:pt x="972572" y="0"/>
                </a:lnTo>
                <a:lnTo>
                  <a:pt x="972572" y="728807"/>
                </a:lnTo>
                <a:lnTo>
                  <a:pt x="0" y="7288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37577" y="3390524"/>
            <a:ext cx="1216909" cy="911903"/>
          </a:xfrm>
          <a:custGeom>
            <a:avLst/>
            <a:gdLst/>
            <a:ahLst/>
            <a:cxnLst/>
            <a:rect r="r" b="b" t="t" l="l"/>
            <a:pathLst>
              <a:path h="911903" w="1216909">
                <a:moveTo>
                  <a:pt x="0" y="0"/>
                </a:moveTo>
                <a:lnTo>
                  <a:pt x="1216910" y="0"/>
                </a:lnTo>
                <a:lnTo>
                  <a:pt x="1216910" y="911902"/>
                </a:lnTo>
                <a:lnTo>
                  <a:pt x="0" y="9119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E42312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737577" y="8876613"/>
            <a:ext cx="1329200" cy="996049"/>
          </a:xfrm>
          <a:custGeom>
            <a:avLst/>
            <a:gdLst/>
            <a:ahLst/>
            <a:cxnLst/>
            <a:rect r="r" b="b" t="t" l="l"/>
            <a:pathLst>
              <a:path h="996049" w="1329200">
                <a:moveTo>
                  <a:pt x="0" y="0"/>
                </a:moveTo>
                <a:lnTo>
                  <a:pt x="1329200" y="0"/>
                </a:lnTo>
                <a:lnTo>
                  <a:pt x="1329200" y="996049"/>
                </a:lnTo>
                <a:lnTo>
                  <a:pt x="0" y="9960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24825" y="6816822"/>
            <a:ext cx="1324093" cy="992222"/>
          </a:xfrm>
          <a:custGeom>
            <a:avLst/>
            <a:gdLst/>
            <a:ahLst/>
            <a:cxnLst/>
            <a:rect r="r" b="b" t="t" l="l"/>
            <a:pathLst>
              <a:path h="992222" w="1324093">
                <a:moveTo>
                  <a:pt x="0" y="0"/>
                </a:moveTo>
                <a:lnTo>
                  <a:pt x="1324093" y="0"/>
                </a:lnTo>
                <a:lnTo>
                  <a:pt x="1324093" y="992221"/>
                </a:lnTo>
                <a:lnTo>
                  <a:pt x="0" y="9922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2500" y="0"/>
            <a:ext cx="3365500" cy="10287000"/>
            <a:chOff x="0" y="0"/>
            <a:chExt cx="88638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6387" cy="2709333"/>
            </a:xfrm>
            <a:custGeom>
              <a:avLst/>
              <a:gdLst/>
              <a:ahLst/>
              <a:cxnLst/>
              <a:rect r="r" b="b" t="t" l="l"/>
              <a:pathLst>
                <a:path h="2709333" w="886387">
                  <a:moveTo>
                    <a:pt x="0" y="0"/>
                  </a:moveTo>
                  <a:lnTo>
                    <a:pt x="886387" y="0"/>
                  </a:lnTo>
                  <a:lnTo>
                    <a:pt x="88638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7D9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86387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044713" y="4848526"/>
            <a:ext cx="7358609" cy="7334470"/>
          </a:xfrm>
          <a:custGeom>
            <a:avLst/>
            <a:gdLst/>
            <a:ahLst/>
            <a:cxnLst/>
            <a:rect r="r" b="b" t="t" l="l"/>
            <a:pathLst>
              <a:path h="7334470" w="7358609">
                <a:moveTo>
                  <a:pt x="0" y="0"/>
                </a:moveTo>
                <a:lnTo>
                  <a:pt x="7358610" y="0"/>
                </a:lnTo>
                <a:lnTo>
                  <a:pt x="7358610" y="7334471"/>
                </a:lnTo>
                <a:lnTo>
                  <a:pt x="0" y="73344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59" r="-1317" b="-231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5817" y="612774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771878" y="9258300"/>
            <a:ext cx="972573" cy="728807"/>
          </a:xfrm>
          <a:custGeom>
            <a:avLst/>
            <a:gdLst/>
            <a:ahLst/>
            <a:cxnLst/>
            <a:rect r="r" b="b" t="t" l="l"/>
            <a:pathLst>
              <a:path h="728807" w="972573">
                <a:moveTo>
                  <a:pt x="0" y="0"/>
                </a:moveTo>
                <a:lnTo>
                  <a:pt x="972572" y="0"/>
                </a:lnTo>
                <a:lnTo>
                  <a:pt x="972572" y="728807"/>
                </a:lnTo>
                <a:lnTo>
                  <a:pt x="0" y="7288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37577" y="3390524"/>
            <a:ext cx="1216909" cy="911903"/>
          </a:xfrm>
          <a:custGeom>
            <a:avLst/>
            <a:gdLst/>
            <a:ahLst/>
            <a:cxnLst/>
            <a:rect r="r" b="b" t="t" l="l"/>
            <a:pathLst>
              <a:path h="911903" w="1216909">
                <a:moveTo>
                  <a:pt x="0" y="0"/>
                </a:moveTo>
                <a:lnTo>
                  <a:pt x="1216910" y="0"/>
                </a:lnTo>
                <a:lnTo>
                  <a:pt x="1216910" y="911902"/>
                </a:lnTo>
                <a:lnTo>
                  <a:pt x="0" y="9119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E42312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737577" y="8876613"/>
            <a:ext cx="1329200" cy="996049"/>
          </a:xfrm>
          <a:custGeom>
            <a:avLst/>
            <a:gdLst/>
            <a:ahLst/>
            <a:cxnLst/>
            <a:rect r="r" b="b" t="t" l="l"/>
            <a:pathLst>
              <a:path h="996049" w="1329200">
                <a:moveTo>
                  <a:pt x="0" y="0"/>
                </a:moveTo>
                <a:lnTo>
                  <a:pt x="1329200" y="0"/>
                </a:lnTo>
                <a:lnTo>
                  <a:pt x="1329200" y="996049"/>
                </a:lnTo>
                <a:lnTo>
                  <a:pt x="0" y="9960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24825" y="6816822"/>
            <a:ext cx="1324093" cy="992222"/>
          </a:xfrm>
          <a:custGeom>
            <a:avLst/>
            <a:gdLst/>
            <a:ahLst/>
            <a:cxnLst/>
            <a:rect r="r" b="b" t="t" l="l"/>
            <a:pathLst>
              <a:path h="992222" w="1324093">
                <a:moveTo>
                  <a:pt x="0" y="0"/>
                </a:moveTo>
                <a:lnTo>
                  <a:pt x="1324093" y="0"/>
                </a:lnTo>
                <a:lnTo>
                  <a:pt x="1324093" y="992221"/>
                </a:lnTo>
                <a:lnTo>
                  <a:pt x="0" y="9922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434383" y="3433183"/>
            <a:ext cx="10396867" cy="3420634"/>
          </a:xfrm>
          <a:custGeom>
            <a:avLst/>
            <a:gdLst/>
            <a:ahLst/>
            <a:cxnLst/>
            <a:rect r="r" b="b" t="t" l="l"/>
            <a:pathLst>
              <a:path h="3420634" w="10396867">
                <a:moveTo>
                  <a:pt x="0" y="0"/>
                </a:moveTo>
                <a:lnTo>
                  <a:pt x="10396868" y="0"/>
                </a:lnTo>
                <a:lnTo>
                  <a:pt x="10396868" y="3420634"/>
                </a:lnTo>
                <a:lnTo>
                  <a:pt x="0" y="3420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5442" t="-437861" r="-7409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44713" y="4848526"/>
            <a:ext cx="7358609" cy="7334470"/>
          </a:xfrm>
          <a:custGeom>
            <a:avLst/>
            <a:gdLst/>
            <a:ahLst/>
            <a:cxnLst/>
            <a:rect r="r" b="b" t="t" l="l"/>
            <a:pathLst>
              <a:path h="7334470" w="7358609">
                <a:moveTo>
                  <a:pt x="0" y="0"/>
                </a:moveTo>
                <a:lnTo>
                  <a:pt x="7358610" y="0"/>
                </a:lnTo>
                <a:lnTo>
                  <a:pt x="7358610" y="7334471"/>
                </a:lnTo>
                <a:lnTo>
                  <a:pt x="0" y="73344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259" r="-1317" b="-231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771878" y="9258300"/>
            <a:ext cx="972573" cy="728807"/>
          </a:xfrm>
          <a:custGeom>
            <a:avLst/>
            <a:gdLst/>
            <a:ahLst/>
            <a:cxnLst/>
            <a:rect r="r" b="b" t="t" l="l"/>
            <a:pathLst>
              <a:path h="728807" w="972573">
                <a:moveTo>
                  <a:pt x="0" y="0"/>
                </a:moveTo>
                <a:lnTo>
                  <a:pt x="972572" y="0"/>
                </a:lnTo>
                <a:lnTo>
                  <a:pt x="972572" y="728807"/>
                </a:lnTo>
                <a:lnTo>
                  <a:pt x="0" y="7288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37577" y="3390524"/>
            <a:ext cx="1216909" cy="911903"/>
          </a:xfrm>
          <a:custGeom>
            <a:avLst/>
            <a:gdLst/>
            <a:ahLst/>
            <a:cxnLst/>
            <a:rect r="r" b="b" t="t" l="l"/>
            <a:pathLst>
              <a:path h="911903" w="1216909">
                <a:moveTo>
                  <a:pt x="0" y="0"/>
                </a:moveTo>
                <a:lnTo>
                  <a:pt x="1216910" y="0"/>
                </a:lnTo>
                <a:lnTo>
                  <a:pt x="1216910" y="911902"/>
                </a:lnTo>
                <a:lnTo>
                  <a:pt x="0" y="9119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E42312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737577" y="8876613"/>
            <a:ext cx="1329200" cy="996049"/>
          </a:xfrm>
          <a:custGeom>
            <a:avLst/>
            <a:gdLst/>
            <a:ahLst/>
            <a:cxnLst/>
            <a:rect r="r" b="b" t="t" l="l"/>
            <a:pathLst>
              <a:path h="996049" w="1329200">
                <a:moveTo>
                  <a:pt x="0" y="0"/>
                </a:moveTo>
                <a:lnTo>
                  <a:pt x="1329200" y="0"/>
                </a:lnTo>
                <a:lnTo>
                  <a:pt x="1329200" y="996049"/>
                </a:lnTo>
                <a:lnTo>
                  <a:pt x="0" y="9960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824825" y="6816822"/>
            <a:ext cx="1324093" cy="992222"/>
          </a:xfrm>
          <a:custGeom>
            <a:avLst/>
            <a:gdLst/>
            <a:ahLst/>
            <a:cxnLst/>
            <a:rect r="r" b="b" t="t" l="l"/>
            <a:pathLst>
              <a:path h="992222" w="1324093">
                <a:moveTo>
                  <a:pt x="0" y="0"/>
                </a:moveTo>
                <a:lnTo>
                  <a:pt x="1324093" y="0"/>
                </a:lnTo>
                <a:lnTo>
                  <a:pt x="1324093" y="992221"/>
                </a:lnTo>
                <a:lnTo>
                  <a:pt x="0" y="9922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635817" y="612774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2500" y="0"/>
            <a:ext cx="3365500" cy="10287000"/>
            <a:chOff x="0" y="0"/>
            <a:chExt cx="88638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6387" cy="2709333"/>
            </a:xfrm>
            <a:custGeom>
              <a:avLst/>
              <a:gdLst/>
              <a:ahLst/>
              <a:cxnLst/>
              <a:rect r="r" b="b" t="t" l="l"/>
              <a:pathLst>
                <a:path h="2709333" w="886387">
                  <a:moveTo>
                    <a:pt x="0" y="0"/>
                  </a:moveTo>
                  <a:lnTo>
                    <a:pt x="886387" y="0"/>
                  </a:lnTo>
                  <a:lnTo>
                    <a:pt x="886387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902F2D">
                    <a:alpha val="100000"/>
                  </a:srgbClr>
                </a:gs>
                <a:gs pos="100000">
                  <a:srgbClr val="E2241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86387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044713" y="4848526"/>
            <a:ext cx="7358609" cy="7334470"/>
          </a:xfrm>
          <a:custGeom>
            <a:avLst/>
            <a:gdLst/>
            <a:ahLst/>
            <a:cxnLst/>
            <a:rect r="r" b="b" t="t" l="l"/>
            <a:pathLst>
              <a:path h="7334470" w="7358609">
                <a:moveTo>
                  <a:pt x="0" y="0"/>
                </a:moveTo>
                <a:lnTo>
                  <a:pt x="7358610" y="0"/>
                </a:lnTo>
                <a:lnTo>
                  <a:pt x="7358610" y="7334471"/>
                </a:lnTo>
                <a:lnTo>
                  <a:pt x="0" y="73344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59" r="-1317" b="-231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71878" y="9258300"/>
            <a:ext cx="972573" cy="728807"/>
          </a:xfrm>
          <a:custGeom>
            <a:avLst/>
            <a:gdLst/>
            <a:ahLst/>
            <a:cxnLst/>
            <a:rect r="r" b="b" t="t" l="l"/>
            <a:pathLst>
              <a:path h="728807" w="972573">
                <a:moveTo>
                  <a:pt x="0" y="0"/>
                </a:moveTo>
                <a:lnTo>
                  <a:pt x="972572" y="0"/>
                </a:lnTo>
                <a:lnTo>
                  <a:pt x="972572" y="728807"/>
                </a:lnTo>
                <a:lnTo>
                  <a:pt x="0" y="7288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37577" y="3390524"/>
            <a:ext cx="1216909" cy="911903"/>
          </a:xfrm>
          <a:custGeom>
            <a:avLst/>
            <a:gdLst/>
            <a:ahLst/>
            <a:cxnLst/>
            <a:rect r="r" b="b" t="t" l="l"/>
            <a:pathLst>
              <a:path h="911903" w="1216909">
                <a:moveTo>
                  <a:pt x="0" y="0"/>
                </a:moveTo>
                <a:lnTo>
                  <a:pt x="1216910" y="0"/>
                </a:lnTo>
                <a:lnTo>
                  <a:pt x="1216910" y="911902"/>
                </a:lnTo>
                <a:lnTo>
                  <a:pt x="0" y="911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E42312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737577" y="8876613"/>
            <a:ext cx="1329200" cy="996049"/>
          </a:xfrm>
          <a:custGeom>
            <a:avLst/>
            <a:gdLst/>
            <a:ahLst/>
            <a:cxnLst/>
            <a:rect r="r" b="b" t="t" l="l"/>
            <a:pathLst>
              <a:path h="996049" w="1329200">
                <a:moveTo>
                  <a:pt x="0" y="0"/>
                </a:moveTo>
                <a:lnTo>
                  <a:pt x="1329200" y="0"/>
                </a:lnTo>
                <a:lnTo>
                  <a:pt x="1329200" y="996049"/>
                </a:lnTo>
                <a:lnTo>
                  <a:pt x="0" y="9960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824825" y="6816822"/>
            <a:ext cx="1324093" cy="992222"/>
          </a:xfrm>
          <a:custGeom>
            <a:avLst/>
            <a:gdLst/>
            <a:ahLst/>
            <a:cxnLst/>
            <a:rect r="r" b="b" t="t" l="l"/>
            <a:pathLst>
              <a:path h="992222" w="1324093">
                <a:moveTo>
                  <a:pt x="0" y="0"/>
                </a:moveTo>
                <a:lnTo>
                  <a:pt x="1324093" y="0"/>
                </a:lnTo>
                <a:lnTo>
                  <a:pt x="1324093" y="992221"/>
                </a:lnTo>
                <a:lnTo>
                  <a:pt x="0" y="9922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635817" y="571500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2500" y="0"/>
            <a:ext cx="3365500" cy="10287000"/>
            <a:chOff x="0" y="0"/>
            <a:chExt cx="88638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6387" cy="2709333"/>
            </a:xfrm>
            <a:custGeom>
              <a:avLst/>
              <a:gdLst/>
              <a:ahLst/>
              <a:cxnLst/>
              <a:rect r="r" b="b" t="t" l="l"/>
              <a:pathLst>
                <a:path h="2709333" w="886387">
                  <a:moveTo>
                    <a:pt x="0" y="0"/>
                  </a:moveTo>
                  <a:lnTo>
                    <a:pt x="886387" y="0"/>
                  </a:lnTo>
                  <a:lnTo>
                    <a:pt x="88638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F5BA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86387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044713" y="4848526"/>
            <a:ext cx="7358609" cy="7334470"/>
          </a:xfrm>
          <a:custGeom>
            <a:avLst/>
            <a:gdLst/>
            <a:ahLst/>
            <a:cxnLst/>
            <a:rect r="r" b="b" t="t" l="l"/>
            <a:pathLst>
              <a:path h="7334470" w="7358609">
                <a:moveTo>
                  <a:pt x="0" y="0"/>
                </a:moveTo>
                <a:lnTo>
                  <a:pt x="7358610" y="0"/>
                </a:lnTo>
                <a:lnTo>
                  <a:pt x="7358610" y="7334471"/>
                </a:lnTo>
                <a:lnTo>
                  <a:pt x="0" y="73344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59" r="-1317" b="-231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71878" y="9258300"/>
            <a:ext cx="972573" cy="728807"/>
          </a:xfrm>
          <a:custGeom>
            <a:avLst/>
            <a:gdLst/>
            <a:ahLst/>
            <a:cxnLst/>
            <a:rect r="r" b="b" t="t" l="l"/>
            <a:pathLst>
              <a:path h="728807" w="972573">
                <a:moveTo>
                  <a:pt x="0" y="0"/>
                </a:moveTo>
                <a:lnTo>
                  <a:pt x="972572" y="0"/>
                </a:lnTo>
                <a:lnTo>
                  <a:pt x="972572" y="728807"/>
                </a:lnTo>
                <a:lnTo>
                  <a:pt x="0" y="7288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37577" y="3390524"/>
            <a:ext cx="1216909" cy="911903"/>
          </a:xfrm>
          <a:custGeom>
            <a:avLst/>
            <a:gdLst/>
            <a:ahLst/>
            <a:cxnLst/>
            <a:rect r="r" b="b" t="t" l="l"/>
            <a:pathLst>
              <a:path h="911903" w="1216909">
                <a:moveTo>
                  <a:pt x="0" y="0"/>
                </a:moveTo>
                <a:lnTo>
                  <a:pt x="1216910" y="0"/>
                </a:lnTo>
                <a:lnTo>
                  <a:pt x="1216910" y="911902"/>
                </a:lnTo>
                <a:lnTo>
                  <a:pt x="0" y="911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E42312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737577" y="8876613"/>
            <a:ext cx="1329200" cy="996049"/>
          </a:xfrm>
          <a:custGeom>
            <a:avLst/>
            <a:gdLst/>
            <a:ahLst/>
            <a:cxnLst/>
            <a:rect r="r" b="b" t="t" l="l"/>
            <a:pathLst>
              <a:path h="996049" w="1329200">
                <a:moveTo>
                  <a:pt x="0" y="0"/>
                </a:moveTo>
                <a:lnTo>
                  <a:pt x="1329200" y="0"/>
                </a:lnTo>
                <a:lnTo>
                  <a:pt x="1329200" y="996049"/>
                </a:lnTo>
                <a:lnTo>
                  <a:pt x="0" y="9960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824825" y="6816822"/>
            <a:ext cx="1324093" cy="992222"/>
          </a:xfrm>
          <a:custGeom>
            <a:avLst/>
            <a:gdLst/>
            <a:ahLst/>
            <a:cxnLst/>
            <a:rect r="r" b="b" t="t" l="l"/>
            <a:pathLst>
              <a:path h="992222" w="1324093">
                <a:moveTo>
                  <a:pt x="0" y="0"/>
                </a:moveTo>
                <a:lnTo>
                  <a:pt x="1324093" y="0"/>
                </a:lnTo>
                <a:lnTo>
                  <a:pt x="1324093" y="992221"/>
                </a:lnTo>
                <a:lnTo>
                  <a:pt x="0" y="9922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635817" y="571500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75800" y="4302426"/>
            <a:ext cx="9411723" cy="9380849"/>
          </a:xfrm>
          <a:custGeom>
            <a:avLst/>
            <a:gdLst/>
            <a:ahLst/>
            <a:cxnLst/>
            <a:rect r="r" b="b" t="t" l="l"/>
            <a:pathLst>
              <a:path h="9380849" w="9411723">
                <a:moveTo>
                  <a:pt x="0" y="0"/>
                </a:moveTo>
                <a:lnTo>
                  <a:pt x="9411723" y="0"/>
                </a:lnTo>
                <a:lnTo>
                  <a:pt x="9411723" y="9380849"/>
                </a:lnTo>
                <a:lnTo>
                  <a:pt x="0" y="9380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59" r="-1317" b="-23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71878" y="9258300"/>
            <a:ext cx="972573" cy="728807"/>
          </a:xfrm>
          <a:custGeom>
            <a:avLst/>
            <a:gdLst/>
            <a:ahLst/>
            <a:cxnLst/>
            <a:rect r="r" b="b" t="t" l="l"/>
            <a:pathLst>
              <a:path h="728807" w="972573">
                <a:moveTo>
                  <a:pt x="0" y="0"/>
                </a:moveTo>
                <a:lnTo>
                  <a:pt x="972572" y="0"/>
                </a:lnTo>
                <a:lnTo>
                  <a:pt x="972572" y="728807"/>
                </a:lnTo>
                <a:lnTo>
                  <a:pt x="0" y="7288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37577" y="3390524"/>
            <a:ext cx="1216909" cy="911903"/>
          </a:xfrm>
          <a:custGeom>
            <a:avLst/>
            <a:gdLst/>
            <a:ahLst/>
            <a:cxnLst/>
            <a:rect r="r" b="b" t="t" l="l"/>
            <a:pathLst>
              <a:path h="911903" w="1216909">
                <a:moveTo>
                  <a:pt x="0" y="0"/>
                </a:moveTo>
                <a:lnTo>
                  <a:pt x="1216910" y="0"/>
                </a:lnTo>
                <a:lnTo>
                  <a:pt x="1216910" y="911902"/>
                </a:lnTo>
                <a:lnTo>
                  <a:pt x="0" y="911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E42312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737577" y="8876613"/>
            <a:ext cx="1329200" cy="996049"/>
          </a:xfrm>
          <a:custGeom>
            <a:avLst/>
            <a:gdLst/>
            <a:ahLst/>
            <a:cxnLst/>
            <a:rect r="r" b="b" t="t" l="l"/>
            <a:pathLst>
              <a:path h="996049" w="1329200">
                <a:moveTo>
                  <a:pt x="0" y="0"/>
                </a:moveTo>
                <a:lnTo>
                  <a:pt x="1329200" y="0"/>
                </a:lnTo>
                <a:lnTo>
                  <a:pt x="1329200" y="996049"/>
                </a:lnTo>
                <a:lnTo>
                  <a:pt x="0" y="9960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24825" y="6816822"/>
            <a:ext cx="1324093" cy="992222"/>
          </a:xfrm>
          <a:custGeom>
            <a:avLst/>
            <a:gdLst/>
            <a:ahLst/>
            <a:cxnLst/>
            <a:rect r="r" b="b" t="t" l="l"/>
            <a:pathLst>
              <a:path h="992222" w="1324093">
                <a:moveTo>
                  <a:pt x="0" y="0"/>
                </a:moveTo>
                <a:lnTo>
                  <a:pt x="1324093" y="0"/>
                </a:lnTo>
                <a:lnTo>
                  <a:pt x="1324093" y="992221"/>
                </a:lnTo>
                <a:lnTo>
                  <a:pt x="0" y="9922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77636" y="8355731"/>
            <a:ext cx="5530538" cy="93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4"/>
              </a:lnSpc>
            </a:pPr>
            <a:r>
              <a:rPr lang="en-US" sz="6207" i="true">
                <a:solidFill>
                  <a:srgbClr val="E42312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jest Alpha!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57250" y="7920567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75800" y="4302426"/>
            <a:ext cx="9411723" cy="9380849"/>
          </a:xfrm>
          <a:custGeom>
            <a:avLst/>
            <a:gdLst/>
            <a:ahLst/>
            <a:cxnLst/>
            <a:rect r="r" b="b" t="t" l="l"/>
            <a:pathLst>
              <a:path h="9380849" w="9411723">
                <a:moveTo>
                  <a:pt x="0" y="0"/>
                </a:moveTo>
                <a:lnTo>
                  <a:pt x="9411723" y="0"/>
                </a:lnTo>
                <a:lnTo>
                  <a:pt x="9411723" y="9380849"/>
                </a:lnTo>
                <a:lnTo>
                  <a:pt x="0" y="9380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59" r="-1317" b="-23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71878" y="9258300"/>
            <a:ext cx="972573" cy="728807"/>
          </a:xfrm>
          <a:custGeom>
            <a:avLst/>
            <a:gdLst/>
            <a:ahLst/>
            <a:cxnLst/>
            <a:rect r="r" b="b" t="t" l="l"/>
            <a:pathLst>
              <a:path h="728807" w="972573">
                <a:moveTo>
                  <a:pt x="0" y="0"/>
                </a:moveTo>
                <a:lnTo>
                  <a:pt x="972572" y="0"/>
                </a:lnTo>
                <a:lnTo>
                  <a:pt x="972572" y="728807"/>
                </a:lnTo>
                <a:lnTo>
                  <a:pt x="0" y="7288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37577" y="3390524"/>
            <a:ext cx="1216909" cy="911903"/>
          </a:xfrm>
          <a:custGeom>
            <a:avLst/>
            <a:gdLst/>
            <a:ahLst/>
            <a:cxnLst/>
            <a:rect r="r" b="b" t="t" l="l"/>
            <a:pathLst>
              <a:path h="911903" w="1216909">
                <a:moveTo>
                  <a:pt x="0" y="0"/>
                </a:moveTo>
                <a:lnTo>
                  <a:pt x="1216910" y="0"/>
                </a:lnTo>
                <a:lnTo>
                  <a:pt x="1216910" y="911902"/>
                </a:lnTo>
                <a:lnTo>
                  <a:pt x="0" y="911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9D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737577" y="8876613"/>
            <a:ext cx="1329200" cy="996049"/>
          </a:xfrm>
          <a:custGeom>
            <a:avLst/>
            <a:gdLst/>
            <a:ahLst/>
            <a:cxnLst/>
            <a:rect r="r" b="b" t="t" l="l"/>
            <a:pathLst>
              <a:path h="996049" w="1329200">
                <a:moveTo>
                  <a:pt x="0" y="0"/>
                </a:moveTo>
                <a:lnTo>
                  <a:pt x="1329200" y="0"/>
                </a:lnTo>
                <a:lnTo>
                  <a:pt x="1329200" y="996049"/>
                </a:lnTo>
                <a:lnTo>
                  <a:pt x="0" y="9960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24825" y="6816822"/>
            <a:ext cx="1324093" cy="992222"/>
          </a:xfrm>
          <a:custGeom>
            <a:avLst/>
            <a:gdLst/>
            <a:ahLst/>
            <a:cxnLst/>
            <a:rect r="r" b="b" t="t" l="l"/>
            <a:pathLst>
              <a:path h="992222" w="1324093">
                <a:moveTo>
                  <a:pt x="0" y="0"/>
                </a:moveTo>
                <a:lnTo>
                  <a:pt x="1324093" y="0"/>
                </a:lnTo>
                <a:lnTo>
                  <a:pt x="1324093" y="992221"/>
                </a:lnTo>
                <a:lnTo>
                  <a:pt x="0" y="9922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77636" y="8355731"/>
            <a:ext cx="5530538" cy="93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4"/>
              </a:lnSpc>
            </a:pPr>
            <a:r>
              <a:rPr lang="en-US" sz="6207" i="true">
                <a:solidFill>
                  <a:srgbClr val="9D0000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jest Alpha!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57250" y="7920567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75800" y="4302426"/>
            <a:ext cx="9411723" cy="9380849"/>
          </a:xfrm>
          <a:custGeom>
            <a:avLst/>
            <a:gdLst/>
            <a:ahLst/>
            <a:cxnLst/>
            <a:rect r="r" b="b" t="t" l="l"/>
            <a:pathLst>
              <a:path h="9380849" w="9411723">
                <a:moveTo>
                  <a:pt x="0" y="0"/>
                </a:moveTo>
                <a:lnTo>
                  <a:pt x="9411723" y="0"/>
                </a:lnTo>
                <a:lnTo>
                  <a:pt x="9411723" y="9380849"/>
                </a:lnTo>
                <a:lnTo>
                  <a:pt x="0" y="9380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59" r="-1317" b="-23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71878" y="9258300"/>
            <a:ext cx="972573" cy="728807"/>
          </a:xfrm>
          <a:custGeom>
            <a:avLst/>
            <a:gdLst/>
            <a:ahLst/>
            <a:cxnLst/>
            <a:rect r="r" b="b" t="t" l="l"/>
            <a:pathLst>
              <a:path h="728807" w="972573">
                <a:moveTo>
                  <a:pt x="0" y="0"/>
                </a:moveTo>
                <a:lnTo>
                  <a:pt x="972572" y="0"/>
                </a:lnTo>
                <a:lnTo>
                  <a:pt x="972572" y="728807"/>
                </a:lnTo>
                <a:lnTo>
                  <a:pt x="0" y="7288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37577" y="3390524"/>
            <a:ext cx="1216909" cy="911903"/>
          </a:xfrm>
          <a:custGeom>
            <a:avLst/>
            <a:gdLst/>
            <a:ahLst/>
            <a:cxnLst/>
            <a:rect r="r" b="b" t="t" l="l"/>
            <a:pathLst>
              <a:path h="911903" w="1216909">
                <a:moveTo>
                  <a:pt x="0" y="0"/>
                </a:moveTo>
                <a:lnTo>
                  <a:pt x="1216910" y="0"/>
                </a:lnTo>
                <a:lnTo>
                  <a:pt x="1216910" y="911902"/>
                </a:lnTo>
                <a:lnTo>
                  <a:pt x="0" y="911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5F5BA5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737577" y="8876613"/>
            <a:ext cx="1329200" cy="996049"/>
          </a:xfrm>
          <a:custGeom>
            <a:avLst/>
            <a:gdLst/>
            <a:ahLst/>
            <a:cxnLst/>
            <a:rect r="r" b="b" t="t" l="l"/>
            <a:pathLst>
              <a:path h="996049" w="1329200">
                <a:moveTo>
                  <a:pt x="0" y="0"/>
                </a:moveTo>
                <a:lnTo>
                  <a:pt x="1329200" y="0"/>
                </a:lnTo>
                <a:lnTo>
                  <a:pt x="1329200" y="996049"/>
                </a:lnTo>
                <a:lnTo>
                  <a:pt x="0" y="9960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24825" y="6816822"/>
            <a:ext cx="1324093" cy="992222"/>
          </a:xfrm>
          <a:custGeom>
            <a:avLst/>
            <a:gdLst/>
            <a:ahLst/>
            <a:cxnLst/>
            <a:rect r="r" b="b" t="t" l="l"/>
            <a:pathLst>
              <a:path h="992222" w="1324093">
                <a:moveTo>
                  <a:pt x="0" y="0"/>
                </a:moveTo>
                <a:lnTo>
                  <a:pt x="1324093" y="0"/>
                </a:lnTo>
                <a:lnTo>
                  <a:pt x="1324093" y="992221"/>
                </a:lnTo>
                <a:lnTo>
                  <a:pt x="0" y="9922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77636" y="8355731"/>
            <a:ext cx="5530538" cy="93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4"/>
              </a:lnSpc>
            </a:pPr>
            <a:r>
              <a:rPr lang="en-US" sz="6207" i="true">
                <a:solidFill>
                  <a:srgbClr val="5F5BA5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jest Alpha!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57250" y="7920567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E42312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19761" y="8355731"/>
            <a:ext cx="5530538" cy="93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4"/>
              </a:lnSpc>
            </a:pPr>
            <a:r>
              <a:rPr lang="en-US" sz="6207" i="true">
                <a:solidFill>
                  <a:srgbClr val="E42312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jest Alpha!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635817" y="7920567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5F5BA5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19761" y="8355731"/>
            <a:ext cx="5530538" cy="93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4"/>
              </a:lnSpc>
            </a:pPr>
            <a:r>
              <a:rPr lang="en-US" sz="6207" i="true">
                <a:solidFill>
                  <a:srgbClr val="5F5BA5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jest Alpha!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635817" y="7920567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9D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19761" y="8355731"/>
            <a:ext cx="5530538" cy="93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4"/>
              </a:lnSpc>
            </a:pPr>
            <a:r>
              <a:rPr lang="en-US" sz="6207" i="true">
                <a:solidFill>
                  <a:srgbClr val="9D0000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jest Alpha!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635817" y="7920567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808383" y="-192617"/>
            <a:ext cx="2671233" cy="18288000"/>
            <a:chOff x="0" y="0"/>
            <a:chExt cx="703535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3535" cy="4816592"/>
            </a:xfrm>
            <a:custGeom>
              <a:avLst/>
              <a:gdLst/>
              <a:ahLst/>
              <a:cxnLst/>
              <a:rect r="r" b="b" t="t" l="l"/>
              <a:pathLst>
                <a:path h="4816592" w="703535">
                  <a:moveTo>
                    <a:pt x="0" y="0"/>
                  </a:moveTo>
                  <a:lnTo>
                    <a:pt x="703535" y="0"/>
                  </a:lnTo>
                  <a:lnTo>
                    <a:pt x="703535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ACBC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03535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078855" y="5876045"/>
            <a:ext cx="6209145" cy="6188777"/>
          </a:xfrm>
          <a:custGeom>
            <a:avLst/>
            <a:gdLst/>
            <a:ahLst/>
            <a:cxnLst/>
            <a:rect r="r" b="b" t="t" l="l"/>
            <a:pathLst>
              <a:path h="6188777" w="6209145">
                <a:moveTo>
                  <a:pt x="0" y="0"/>
                </a:moveTo>
                <a:lnTo>
                  <a:pt x="6209145" y="0"/>
                </a:lnTo>
                <a:lnTo>
                  <a:pt x="6209145" y="6188777"/>
                </a:lnTo>
                <a:lnTo>
                  <a:pt x="0" y="6188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59" r="-1317" b="-231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7250" y="7920567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E42312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71804" y="8355731"/>
            <a:ext cx="5530538" cy="93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4"/>
              </a:lnSpc>
            </a:pPr>
            <a:r>
              <a:rPr lang="en-US" sz="6207" i="true">
                <a:solidFill>
                  <a:srgbClr val="E42312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jest Alpha!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543402" y="8818033"/>
            <a:ext cx="972573" cy="728807"/>
          </a:xfrm>
          <a:custGeom>
            <a:avLst/>
            <a:gdLst/>
            <a:ahLst/>
            <a:cxnLst/>
            <a:rect r="r" b="b" t="t" l="l"/>
            <a:pathLst>
              <a:path h="728807" w="972573">
                <a:moveTo>
                  <a:pt x="0" y="0"/>
                </a:moveTo>
                <a:lnTo>
                  <a:pt x="972573" y="0"/>
                </a:lnTo>
                <a:lnTo>
                  <a:pt x="972573" y="728807"/>
                </a:lnTo>
                <a:lnTo>
                  <a:pt x="0" y="7288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315385" y="7266431"/>
            <a:ext cx="932359" cy="698672"/>
          </a:xfrm>
          <a:custGeom>
            <a:avLst/>
            <a:gdLst/>
            <a:ahLst/>
            <a:cxnLst/>
            <a:rect r="r" b="b" t="t" l="l"/>
            <a:pathLst>
              <a:path h="698672" w="932359">
                <a:moveTo>
                  <a:pt x="0" y="0"/>
                </a:moveTo>
                <a:lnTo>
                  <a:pt x="932358" y="0"/>
                </a:lnTo>
                <a:lnTo>
                  <a:pt x="932358" y="698672"/>
                </a:lnTo>
                <a:lnTo>
                  <a:pt x="0" y="6986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932177" y="9182437"/>
            <a:ext cx="1022310" cy="766078"/>
          </a:xfrm>
          <a:custGeom>
            <a:avLst/>
            <a:gdLst/>
            <a:ahLst/>
            <a:cxnLst/>
            <a:rect r="r" b="b" t="t" l="l"/>
            <a:pathLst>
              <a:path h="766078" w="1022310">
                <a:moveTo>
                  <a:pt x="0" y="0"/>
                </a:moveTo>
                <a:lnTo>
                  <a:pt x="1022310" y="0"/>
                </a:lnTo>
                <a:lnTo>
                  <a:pt x="1022310" y="766078"/>
                </a:lnTo>
                <a:lnTo>
                  <a:pt x="0" y="7660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761325" y="7615767"/>
            <a:ext cx="1066170" cy="798945"/>
          </a:xfrm>
          <a:custGeom>
            <a:avLst/>
            <a:gdLst/>
            <a:ahLst/>
            <a:cxnLst/>
            <a:rect r="r" b="b" t="t" l="l"/>
            <a:pathLst>
              <a:path h="798945" w="1066170">
                <a:moveTo>
                  <a:pt x="0" y="0"/>
                </a:moveTo>
                <a:lnTo>
                  <a:pt x="1066171" y="0"/>
                </a:lnTo>
                <a:lnTo>
                  <a:pt x="1066171" y="798945"/>
                </a:lnTo>
                <a:lnTo>
                  <a:pt x="0" y="7989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808383" y="-192617"/>
            <a:ext cx="2671233" cy="18288000"/>
            <a:chOff x="0" y="0"/>
            <a:chExt cx="703535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3535" cy="4816592"/>
            </a:xfrm>
            <a:custGeom>
              <a:avLst/>
              <a:gdLst/>
              <a:ahLst/>
              <a:cxnLst/>
              <a:rect r="r" b="b" t="t" l="l"/>
              <a:pathLst>
                <a:path h="4816592" w="703535">
                  <a:moveTo>
                    <a:pt x="0" y="0"/>
                  </a:moveTo>
                  <a:lnTo>
                    <a:pt x="703535" y="0"/>
                  </a:lnTo>
                  <a:lnTo>
                    <a:pt x="703535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7D9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03535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078855" y="5876045"/>
            <a:ext cx="6209145" cy="6188777"/>
          </a:xfrm>
          <a:custGeom>
            <a:avLst/>
            <a:gdLst/>
            <a:ahLst/>
            <a:cxnLst/>
            <a:rect r="r" b="b" t="t" l="l"/>
            <a:pathLst>
              <a:path h="6188777" w="6209145">
                <a:moveTo>
                  <a:pt x="0" y="0"/>
                </a:moveTo>
                <a:lnTo>
                  <a:pt x="6209145" y="0"/>
                </a:lnTo>
                <a:lnTo>
                  <a:pt x="6209145" y="6188777"/>
                </a:lnTo>
                <a:lnTo>
                  <a:pt x="0" y="6188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59" r="-1317" b="-231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7250" y="7920567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E42312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71804" y="8355731"/>
            <a:ext cx="5530538" cy="93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4"/>
              </a:lnSpc>
            </a:pPr>
            <a:r>
              <a:rPr lang="en-US" sz="6207" i="true">
                <a:solidFill>
                  <a:srgbClr val="E42312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jest Alpha!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543402" y="8818033"/>
            <a:ext cx="972573" cy="728807"/>
          </a:xfrm>
          <a:custGeom>
            <a:avLst/>
            <a:gdLst/>
            <a:ahLst/>
            <a:cxnLst/>
            <a:rect r="r" b="b" t="t" l="l"/>
            <a:pathLst>
              <a:path h="728807" w="972573">
                <a:moveTo>
                  <a:pt x="0" y="0"/>
                </a:moveTo>
                <a:lnTo>
                  <a:pt x="972573" y="0"/>
                </a:lnTo>
                <a:lnTo>
                  <a:pt x="972573" y="728807"/>
                </a:lnTo>
                <a:lnTo>
                  <a:pt x="0" y="7288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315385" y="7266431"/>
            <a:ext cx="932359" cy="698672"/>
          </a:xfrm>
          <a:custGeom>
            <a:avLst/>
            <a:gdLst/>
            <a:ahLst/>
            <a:cxnLst/>
            <a:rect r="r" b="b" t="t" l="l"/>
            <a:pathLst>
              <a:path h="698672" w="932359">
                <a:moveTo>
                  <a:pt x="0" y="0"/>
                </a:moveTo>
                <a:lnTo>
                  <a:pt x="932358" y="0"/>
                </a:lnTo>
                <a:lnTo>
                  <a:pt x="932358" y="698672"/>
                </a:lnTo>
                <a:lnTo>
                  <a:pt x="0" y="6986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932177" y="9182437"/>
            <a:ext cx="1022310" cy="766078"/>
          </a:xfrm>
          <a:custGeom>
            <a:avLst/>
            <a:gdLst/>
            <a:ahLst/>
            <a:cxnLst/>
            <a:rect r="r" b="b" t="t" l="l"/>
            <a:pathLst>
              <a:path h="766078" w="1022310">
                <a:moveTo>
                  <a:pt x="0" y="0"/>
                </a:moveTo>
                <a:lnTo>
                  <a:pt x="1022310" y="0"/>
                </a:lnTo>
                <a:lnTo>
                  <a:pt x="1022310" y="766078"/>
                </a:lnTo>
                <a:lnTo>
                  <a:pt x="0" y="7660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761325" y="7615767"/>
            <a:ext cx="1066170" cy="798945"/>
          </a:xfrm>
          <a:custGeom>
            <a:avLst/>
            <a:gdLst/>
            <a:ahLst/>
            <a:cxnLst/>
            <a:rect r="r" b="b" t="t" l="l"/>
            <a:pathLst>
              <a:path h="798945" w="1066170">
                <a:moveTo>
                  <a:pt x="0" y="0"/>
                </a:moveTo>
                <a:lnTo>
                  <a:pt x="1066171" y="0"/>
                </a:lnTo>
                <a:lnTo>
                  <a:pt x="1066171" y="798945"/>
                </a:lnTo>
                <a:lnTo>
                  <a:pt x="0" y="7989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7780916" y="-220284"/>
            <a:ext cx="2726167" cy="18398269"/>
          </a:xfrm>
          <a:custGeom>
            <a:avLst/>
            <a:gdLst/>
            <a:ahLst/>
            <a:cxnLst/>
            <a:rect r="r" b="b" t="t" l="l"/>
            <a:pathLst>
              <a:path h="18398269" w="2726167">
                <a:moveTo>
                  <a:pt x="0" y="0"/>
                </a:moveTo>
                <a:lnTo>
                  <a:pt x="2726168" y="0"/>
                </a:lnTo>
                <a:lnTo>
                  <a:pt x="2726168" y="18398269"/>
                </a:lnTo>
                <a:lnTo>
                  <a:pt x="0" y="18398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7717" t="0" r="-56396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78855" y="5876045"/>
            <a:ext cx="6209145" cy="6188777"/>
          </a:xfrm>
          <a:custGeom>
            <a:avLst/>
            <a:gdLst/>
            <a:ahLst/>
            <a:cxnLst/>
            <a:rect r="r" b="b" t="t" l="l"/>
            <a:pathLst>
              <a:path h="6188777" w="6209145">
                <a:moveTo>
                  <a:pt x="0" y="0"/>
                </a:moveTo>
                <a:lnTo>
                  <a:pt x="6209145" y="0"/>
                </a:lnTo>
                <a:lnTo>
                  <a:pt x="6209145" y="6188777"/>
                </a:lnTo>
                <a:lnTo>
                  <a:pt x="0" y="6188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259" r="-1317" b="-231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7250" y="7920567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E42312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71804" y="8355731"/>
            <a:ext cx="5530538" cy="93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4"/>
              </a:lnSpc>
            </a:pPr>
            <a:r>
              <a:rPr lang="en-US" sz="6207" i="true">
                <a:solidFill>
                  <a:srgbClr val="E42312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jest Alpha!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543402" y="8818033"/>
            <a:ext cx="972573" cy="728807"/>
          </a:xfrm>
          <a:custGeom>
            <a:avLst/>
            <a:gdLst/>
            <a:ahLst/>
            <a:cxnLst/>
            <a:rect r="r" b="b" t="t" l="l"/>
            <a:pathLst>
              <a:path h="728807" w="972573">
                <a:moveTo>
                  <a:pt x="0" y="0"/>
                </a:moveTo>
                <a:lnTo>
                  <a:pt x="972573" y="0"/>
                </a:lnTo>
                <a:lnTo>
                  <a:pt x="972573" y="728807"/>
                </a:lnTo>
                <a:lnTo>
                  <a:pt x="0" y="7288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315385" y="7266431"/>
            <a:ext cx="932359" cy="698672"/>
          </a:xfrm>
          <a:custGeom>
            <a:avLst/>
            <a:gdLst/>
            <a:ahLst/>
            <a:cxnLst/>
            <a:rect r="r" b="b" t="t" l="l"/>
            <a:pathLst>
              <a:path h="698672" w="932359">
                <a:moveTo>
                  <a:pt x="0" y="0"/>
                </a:moveTo>
                <a:lnTo>
                  <a:pt x="932358" y="0"/>
                </a:lnTo>
                <a:lnTo>
                  <a:pt x="932358" y="698672"/>
                </a:lnTo>
                <a:lnTo>
                  <a:pt x="0" y="6986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32177" y="9182437"/>
            <a:ext cx="1022310" cy="766078"/>
          </a:xfrm>
          <a:custGeom>
            <a:avLst/>
            <a:gdLst/>
            <a:ahLst/>
            <a:cxnLst/>
            <a:rect r="r" b="b" t="t" l="l"/>
            <a:pathLst>
              <a:path h="766078" w="1022310">
                <a:moveTo>
                  <a:pt x="0" y="0"/>
                </a:moveTo>
                <a:lnTo>
                  <a:pt x="1022310" y="0"/>
                </a:lnTo>
                <a:lnTo>
                  <a:pt x="1022310" y="766078"/>
                </a:lnTo>
                <a:lnTo>
                  <a:pt x="0" y="7660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761325" y="7615767"/>
            <a:ext cx="1066170" cy="798945"/>
          </a:xfrm>
          <a:custGeom>
            <a:avLst/>
            <a:gdLst/>
            <a:ahLst/>
            <a:cxnLst/>
            <a:rect r="r" b="b" t="t" l="l"/>
            <a:pathLst>
              <a:path h="798945" w="1066170">
                <a:moveTo>
                  <a:pt x="0" y="0"/>
                </a:moveTo>
                <a:lnTo>
                  <a:pt x="1066171" y="0"/>
                </a:lnTo>
                <a:lnTo>
                  <a:pt x="1066171" y="798945"/>
                </a:lnTo>
                <a:lnTo>
                  <a:pt x="0" y="79894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808383" y="-192617"/>
            <a:ext cx="2671233" cy="18288000"/>
            <a:chOff x="0" y="0"/>
            <a:chExt cx="703535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3535" cy="4816592"/>
            </a:xfrm>
            <a:custGeom>
              <a:avLst/>
              <a:gdLst/>
              <a:ahLst/>
              <a:cxnLst/>
              <a:rect r="r" b="b" t="t" l="l"/>
              <a:pathLst>
                <a:path h="4816592" w="703535">
                  <a:moveTo>
                    <a:pt x="0" y="0"/>
                  </a:moveTo>
                  <a:lnTo>
                    <a:pt x="703535" y="0"/>
                  </a:lnTo>
                  <a:lnTo>
                    <a:pt x="703535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E22413">
                    <a:alpha val="100000"/>
                  </a:srgbClr>
                </a:gs>
                <a:gs pos="100000">
                  <a:srgbClr val="902F2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03535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078855" y="5876045"/>
            <a:ext cx="6209145" cy="6188777"/>
          </a:xfrm>
          <a:custGeom>
            <a:avLst/>
            <a:gdLst/>
            <a:ahLst/>
            <a:cxnLst/>
            <a:rect r="r" b="b" t="t" l="l"/>
            <a:pathLst>
              <a:path h="6188777" w="6209145">
                <a:moveTo>
                  <a:pt x="0" y="0"/>
                </a:moveTo>
                <a:lnTo>
                  <a:pt x="6209145" y="0"/>
                </a:lnTo>
                <a:lnTo>
                  <a:pt x="6209145" y="6188777"/>
                </a:lnTo>
                <a:lnTo>
                  <a:pt x="0" y="6188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59" r="-1317" b="-231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E42312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543402" y="8818033"/>
            <a:ext cx="972573" cy="728807"/>
          </a:xfrm>
          <a:custGeom>
            <a:avLst/>
            <a:gdLst/>
            <a:ahLst/>
            <a:cxnLst/>
            <a:rect r="r" b="b" t="t" l="l"/>
            <a:pathLst>
              <a:path h="728807" w="972573">
                <a:moveTo>
                  <a:pt x="0" y="0"/>
                </a:moveTo>
                <a:lnTo>
                  <a:pt x="972573" y="0"/>
                </a:lnTo>
                <a:lnTo>
                  <a:pt x="972573" y="728807"/>
                </a:lnTo>
                <a:lnTo>
                  <a:pt x="0" y="7288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315385" y="7266431"/>
            <a:ext cx="932359" cy="698672"/>
          </a:xfrm>
          <a:custGeom>
            <a:avLst/>
            <a:gdLst/>
            <a:ahLst/>
            <a:cxnLst/>
            <a:rect r="r" b="b" t="t" l="l"/>
            <a:pathLst>
              <a:path h="698672" w="932359">
                <a:moveTo>
                  <a:pt x="0" y="0"/>
                </a:moveTo>
                <a:lnTo>
                  <a:pt x="932358" y="0"/>
                </a:lnTo>
                <a:lnTo>
                  <a:pt x="932358" y="698672"/>
                </a:lnTo>
                <a:lnTo>
                  <a:pt x="0" y="698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32177" y="9182437"/>
            <a:ext cx="1022310" cy="766078"/>
          </a:xfrm>
          <a:custGeom>
            <a:avLst/>
            <a:gdLst/>
            <a:ahLst/>
            <a:cxnLst/>
            <a:rect r="r" b="b" t="t" l="l"/>
            <a:pathLst>
              <a:path h="766078" w="1022310">
                <a:moveTo>
                  <a:pt x="0" y="0"/>
                </a:moveTo>
                <a:lnTo>
                  <a:pt x="1022310" y="0"/>
                </a:lnTo>
                <a:lnTo>
                  <a:pt x="1022310" y="766078"/>
                </a:lnTo>
                <a:lnTo>
                  <a:pt x="0" y="7660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761325" y="7615767"/>
            <a:ext cx="1066170" cy="798945"/>
          </a:xfrm>
          <a:custGeom>
            <a:avLst/>
            <a:gdLst/>
            <a:ahLst/>
            <a:cxnLst/>
            <a:rect r="r" b="b" t="t" l="l"/>
            <a:pathLst>
              <a:path h="798945" w="1066170">
                <a:moveTo>
                  <a:pt x="0" y="0"/>
                </a:moveTo>
                <a:lnTo>
                  <a:pt x="1066171" y="0"/>
                </a:lnTo>
                <a:lnTo>
                  <a:pt x="1066171" y="798945"/>
                </a:lnTo>
                <a:lnTo>
                  <a:pt x="0" y="7989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57250" y="7848600"/>
            <a:ext cx="1866900" cy="1866900"/>
          </a:xfrm>
          <a:custGeom>
            <a:avLst/>
            <a:gdLst/>
            <a:ahLst/>
            <a:cxnLst/>
            <a:rect r="r" b="b" t="t" l="l"/>
            <a:pathLst>
              <a:path h="1866900" w="1866900">
                <a:moveTo>
                  <a:pt x="0" y="0"/>
                </a:moveTo>
                <a:lnTo>
                  <a:pt x="1866900" y="0"/>
                </a:lnTo>
                <a:lnTo>
                  <a:pt x="18669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071804" y="8355731"/>
            <a:ext cx="5530538" cy="93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4"/>
              </a:lnSpc>
            </a:pPr>
            <a:r>
              <a:rPr lang="en-US" sz="6207" i="true">
                <a:solidFill>
                  <a:srgbClr val="FFFFE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jest Alpha!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808383" y="-192617"/>
            <a:ext cx="2671233" cy="18288000"/>
            <a:chOff x="0" y="0"/>
            <a:chExt cx="703535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3535" cy="4816592"/>
            </a:xfrm>
            <a:custGeom>
              <a:avLst/>
              <a:gdLst/>
              <a:ahLst/>
              <a:cxnLst/>
              <a:rect r="r" b="b" t="t" l="l"/>
              <a:pathLst>
                <a:path h="4816592" w="703535">
                  <a:moveTo>
                    <a:pt x="0" y="0"/>
                  </a:moveTo>
                  <a:lnTo>
                    <a:pt x="703535" y="0"/>
                  </a:lnTo>
                  <a:lnTo>
                    <a:pt x="703535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5F5BA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03535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078855" y="5876045"/>
            <a:ext cx="6209145" cy="6188777"/>
          </a:xfrm>
          <a:custGeom>
            <a:avLst/>
            <a:gdLst/>
            <a:ahLst/>
            <a:cxnLst/>
            <a:rect r="r" b="b" t="t" l="l"/>
            <a:pathLst>
              <a:path h="6188777" w="6209145">
                <a:moveTo>
                  <a:pt x="0" y="0"/>
                </a:moveTo>
                <a:lnTo>
                  <a:pt x="6209145" y="0"/>
                </a:lnTo>
                <a:lnTo>
                  <a:pt x="6209145" y="6188777"/>
                </a:lnTo>
                <a:lnTo>
                  <a:pt x="0" y="6188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59" r="-1317" b="-231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5F5BA5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543402" y="8818033"/>
            <a:ext cx="972573" cy="728807"/>
          </a:xfrm>
          <a:custGeom>
            <a:avLst/>
            <a:gdLst/>
            <a:ahLst/>
            <a:cxnLst/>
            <a:rect r="r" b="b" t="t" l="l"/>
            <a:pathLst>
              <a:path h="728807" w="972573">
                <a:moveTo>
                  <a:pt x="0" y="0"/>
                </a:moveTo>
                <a:lnTo>
                  <a:pt x="972573" y="0"/>
                </a:lnTo>
                <a:lnTo>
                  <a:pt x="972573" y="728807"/>
                </a:lnTo>
                <a:lnTo>
                  <a:pt x="0" y="7288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315385" y="7266431"/>
            <a:ext cx="932359" cy="698672"/>
          </a:xfrm>
          <a:custGeom>
            <a:avLst/>
            <a:gdLst/>
            <a:ahLst/>
            <a:cxnLst/>
            <a:rect r="r" b="b" t="t" l="l"/>
            <a:pathLst>
              <a:path h="698672" w="932359">
                <a:moveTo>
                  <a:pt x="0" y="0"/>
                </a:moveTo>
                <a:lnTo>
                  <a:pt x="932358" y="0"/>
                </a:lnTo>
                <a:lnTo>
                  <a:pt x="932358" y="698672"/>
                </a:lnTo>
                <a:lnTo>
                  <a:pt x="0" y="698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32177" y="9182437"/>
            <a:ext cx="1022310" cy="766078"/>
          </a:xfrm>
          <a:custGeom>
            <a:avLst/>
            <a:gdLst/>
            <a:ahLst/>
            <a:cxnLst/>
            <a:rect r="r" b="b" t="t" l="l"/>
            <a:pathLst>
              <a:path h="766078" w="1022310">
                <a:moveTo>
                  <a:pt x="0" y="0"/>
                </a:moveTo>
                <a:lnTo>
                  <a:pt x="1022310" y="0"/>
                </a:lnTo>
                <a:lnTo>
                  <a:pt x="1022310" y="766078"/>
                </a:lnTo>
                <a:lnTo>
                  <a:pt x="0" y="7660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761325" y="7615767"/>
            <a:ext cx="1066170" cy="798945"/>
          </a:xfrm>
          <a:custGeom>
            <a:avLst/>
            <a:gdLst/>
            <a:ahLst/>
            <a:cxnLst/>
            <a:rect r="r" b="b" t="t" l="l"/>
            <a:pathLst>
              <a:path h="798945" w="1066170">
                <a:moveTo>
                  <a:pt x="0" y="0"/>
                </a:moveTo>
                <a:lnTo>
                  <a:pt x="1066171" y="0"/>
                </a:lnTo>
                <a:lnTo>
                  <a:pt x="1066171" y="798945"/>
                </a:lnTo>
                <a:lnTo>
                  <a:pt x="0" y="7989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57250" y="7848600"/>
            <a:ext cx="1866900" cy="1866900"/>
          </a:xfrm>
          <a:custGeom>
            <a:avLst/>
            <a:gdLst/>
            <a:ahLst/>
            <a:cxnLst/>
            <a:rect r="r" b="b" t="t" l="l"/>
            <a:pathLst>
              <a:path h="1866900" w="1866900">
                <a:moveTo>
                  <a:pt x="0" y="0"/>
                </a:moveTo>
                <a:lnTo>
                  <a:pt x="1866900" y="0"/>
                </a:lnTo>
                <a:lnTo>
                  <a:pt x="186690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071804" y="8355731"/>
            <a:ext cx="5530538" cy="93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4"/>
              </a:lnSpc>
            </a:pPr>
            <a:r>
              <a:rPr lang="en-US" sz="6207" i="true">
                <a:solidFill>
                  <a:srgbClr val="FFFFE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Tak, to jest Alpha!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2709333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16592"/>
            </a:xfrm>
            <a:custGeom>
              <a:avLst/>
              <a:gdLst/>
              <a:ahLst/>
              <a:cxnLst/>
              <a:rect r="r" b="b" t="t" l="l"/>
              <a:pathLst>
                <a:path h="4816592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ACBC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635817" y="7920567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E42312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76670" y="7046792"/>
            <a:ext cx="2160299" cy="1618841"/>
          </a:xfrm>
          <a:custGeom>
            <a:avLst/>
            <a:gdLst/>
            <a:ahLst/>
            <a:cxnLst/>
            <a:rect r="r" b="b" t="t" l="l"/>
            <a:pathLst>
              <a:path h="1618841" w="2160299">
                <a:moveTo>
                  <a:pt x="0" y="0"/>
                </a:moveTo>
                <a:lnTo>
                  <a:pt x="2160300" y="0"/>
                </a:lnTo>
                <a:lnTo>
                  <a:pt x="2160300" y="1618841"/>
                </a:lnTo>
                <a:lnTo>
                  <a:pt x="0" y="16188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68006" y="8817626"/>
            <a:ext cx="1198188" cy="897874"/>
          </a:xfrm>
          <a:custGeom>
            <a:avLst/>
            <a:gdLst/>
            <a:ahLst/>
            <a:cxnLst/>
            <a:rect r="r" b="b" t="t" l="l"/>
            <a:pathLst>
              <a:path h="897874" w="1198188">
                <a:moveTo>
                  <a:pt x="0" y="0"/>
                </a:moveTo>
                <a:lnTo>
                  <a:pt x="1198188" y="0"/>
                </a:lnTo>
                <a:lnTo>
                  <a:pt x="1198188" y="897874"/>
                </a:lnTo>
                <a:lnTo>
                  <a:pt x="0" y="897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138722" y="899934"/>
            <a:ext cx="1453755" cy="1089385"/>
          </a:xfrm>
          <a:custGeom>
            <a:avLst/>
            <a:gdLst/>
            <a:ahLst/>
            <a:cxnLst/>
            <a:rect r="r" b="b" t="t" l="l"/>
            <a:pathLst>
              <a:path h="1089385" w="1453755">
                <a:moveTo>
                  <a:pt x="0" y="0"/>
                </a:moveTo>
                <a:lnTo>
                  <a:pt x="1453755" y="0"/>
                </a:lnTo>
                <a:lnTo>
                  <a:pt x="1453755" y="1089385"/>
                </a:lnTo>
                <a:lnTo>
                  <a:pt x="0" y="10893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D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35817" y="7920567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E42312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76670" y="7046792"/>
            <a:ext cx="2160299" cy="1618841"/>
          </a:xfrm>
          <a:custGeom>
            <a:avLst/>
            <a:gdLst/>
            <a:ahLst/>
            <a:cxnLst/>
            <a:rect r="r" b="b" t="t" l="l"/>
            <a:pathLst>
              <a:path h="1618841" w="2160299">
                <a:moveTo>
                  <a:pt x="0" y="0"/>
                </a:moveTo>
                <a:lnTo>
                  <a:pt x="2160300" y="0"/>
                </a:lnTo>
                <a:lnTo>
                  <a:pt x="2160300" y="1618841"/>
                </a:lnTo>
                <a:lnTo>
                  <a:pt x="0" y="16188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68006" y="8817626"/>
            <a:ext cx="1198188" cy="897874"/>
          </a:xfrm>
          <a:custGeom>
            <a:avLst/>
            <a:gdLst/>
            <a:ahLst/>
            <a:cxnLst/>
            <a:rect r="r" b="b" t="t" l="l"/>
            <a:pathLst>
              <a:path h="897874" w="1198188">
                <a:moveTo>
                  <a:pt x="0" y="0"/>
                </a:moveTo>
                <a:lnTo>
                  <a:pt x="1198188" y="0"/>
                </a:lnTo>
                <a:lnTo>
                  <a:pt x="1198188" y="897874"/>
                </a:lnTo>
                <a:lnTo>
                  <a:pt x="0" y="897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38722" y="899934"/>
            <a:ext cx="1453755" cy="1089385"/>
          </a:xfrm>
          <a:custGeom>
            <a:avLst/>
            <a:gdLst/>
            <a:ahLst/>
            <a:cxnLst/>
            <a:rect r="r" b="b" t="t" l="l"/>
            <a:pathLst>
              <a:path h="1089385" w="1453755">
                <a:moveTo>
                  <a:pt x="0" y="0"/>
                </a:moveTo>
                <a:lnTo>
                  <a:pt x="1453755" y="0"/>
                </a:lnTo>
                <a:lnTo>
                  <a:pt x="1453755" y="1089385"/>
                </a:lnTo>
                <a:lnTo>
                  <a:pt x="0" y="10893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973033" y="-4028167"/>
            <a:ext cx="10341934" cy="18398269"/>
          </a:xfrm>
          <a:custGeom>
            <a:avLst/>
            <a:gdLst/>
            <a:ahLst/>
            <a:cxnLst/>
            <a:rect r="r" b="b" t="t" l="l"/>
            <a:pathLst>
              <a:path h="18398269" w="10341934">
                <a:moveTo>
                  <a:pt x="0" y="0"/>
                </a:moveTo>
                <a:lnTo>
                  <a:pt x="10341934" y="0"/>
                </a:lnTo>
                <a:lnTo>
                  <a:pt x="10341934" y="18398268"/>
                </a:lnTo>
                <a:lnTo>
                  <a:pt x="0" y="183982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5843" t="0" r="-7502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35817" y="7920567"/>
            <a:ext cx="1794933" cy="1794933"/>
          </a:xfrm>
          <a:custGeom>
            <a:avLst/>
            <a:gdLst/>
            <a:ahLst/>
            <a:cxnLst/>
            <a:rect r="r" b="b" t="t" l="l"/>
            <a:pathLst>
              <a:path h="1794933" w="1794933">
                <a:moveTo>
                  <a:pt x="0" y="0"/>
                </a:moveTo>
                <a:lnTo>
                  <a:pt x="1794933" y="0"/>
                </a:lnTo>
                <a:lnTo>
                  <a:pt x="1794933" y="1794933"/>
                </a:lnTo>
                <a:lnTo>
                  <a:pt x="0" y="1794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E42312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76670" y="7046792"/>
            <a:ext cx="2160299" cy="1618841"/>
          </a:xfrm>
          <a:custGeom>
            <a:avLst/>
            <a:gdLst/>
            <a:ahLst/>
            <a:cxnLst/>
            <a:rect r="r" b="b" t="t" l="l"/>
            <a:pathLst>
              <a:path h="1618841" w="2160299">
                <a:moveTo>
                  <a:pt x="0" y="0"/>
                </a:moveTo>
                <a:lnTo>
                  <a:pt x="2160300" y="0"/>
                </a:lnTo>
                <a:lnTo>
                  <a:pt x="2160300" y="1618841"/>
                </a:lnTo>
                <a:lnTo>
                  <a:pt x="0" y="16188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68006" y="8817626"/>
            <a:ext cx="1198188" cy="897874"/>
          </a:xfrm>
          <a:custGeom>
            <a:avLst/>
            <a:gdLst/>
            <a:ahLst/>
            <a:cxnLst/>
            <a:rect r="r" b="b" t="t" l="l"/>
            <a:pathLst>
              <a:path h="897874" w="1198188">
                <a:moveTo>
                  <a:pt x="0" y="0"/>
                </a:moveTo>
                <a:lnTo>
                  <a:pt x="1198188" y="0"/>
                </a:lnTo>
                <a:lnTo>
                  <a:pt x="1198188" y="897874"/>
                </a:lnTo>
                <a:lnTo>
                  <a:pt x="0" y="8978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38722" y="899934"/>
            <a:ext cx="1453755" cy="1089385"/>
          </a:xfrm>
          <a:custGeom>
            <a:avLst/>
            <a:gdLst/>
            <a:ahLst/>
            <a:cxnLst/>
            <a:rect r="r" b="b" t="t" l="l"/>
            <a:pathLst>
              <a:path h="1089385" w="1453755">
                <a:moveTo>
                  <a:pt x="0" y="0"/>
                </a:moveTo>
                <a:lnTo>
                  <a:pt x="1453755" y="0"/>
                </a:lnTo>
                <a:lnTo>
                  <a:pt x="1453755" y="1089385"/>
                </a:lnTo>
                <a:lnTo>
                  <a:pt x="0" y="10893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02F2D">
                <a:alpha val="100000"/>
              </a:srgbClr>
            </a:gs>
            <a:gs pos="100000">
              <a:srgbClr val="E2241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35817" y="7958470"/>
            <a:ext cx="1757030" cy="1757030"/>
          </a:xfrm>
          <a:custGeom>
            <a:avLst/>
            <a:gdLst/>
            <a:ahLst/>
            <a:cxnLst/>
            <a:rect r="r" b="b" t="t" l="l"/>
            <a:pathLst>
              <a:path h="1757030" w="1757030">
                <a:moveTo>
                  <a:pt x="0" y="0"/>
                </a:moveTo>
                <a:lnTo>
                  <a:pt x="1757030" y="0"/>
                </a:lnTo>
                <a:lnTo>
                  <a:pt x="1757030" y="1757030"/>
                </a:lnTo>
                <a:lnTo>
                  <a:pt x="0" y="1757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6670" y="7046792"/>
            <a:ext cx="2160299" cy="1618841"/>
          </a:xfrm>
          <a:custGeom>
            <a:avLst/>
            <a:gdLst/>
            <a:ahLst/>
            <a:cxnLst/>
            <a:rect r="r" b="b" t="t" l="l"/>
            <a:pathLst>
              <a:path h="1618841" w="2160299">
                <a:moveTo>
                  <a:pt x="0" y="0"/>
                </a:moveTo>
                <a:lnTo>
                  <a:pt x="2160300" y="0"/>
                </a:lnTo>
                <a:lnTo>
                  <a:pt x="2160300" y="1618841"/>
                </a:lnTo>
                <a:lnTo>
                  <a:pt x="0" y="16188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68006" y="8817626"/>
            <a:ext cx="1198188" cy="897874"/>
          </a:xfrm>
          <a:custGeom>
            <a:avLst/>
            <a:gdLst/>
            <a:ahLst/>
            <a:cxnLst/>
            <a:rect r="r" b="b" t="t" l="l"/>
            <a:pathLst>
              <a:path h="897874" w="1198188">
                <a:moveTo>
                  <a:pt x="0" y="0"/>
                </a:moveTo>
                <a:lnTo>
                  <a:pt x="1198188" y="0"/>
                </a:lnTo>
                <a:lnTo>
                  <a:pt x="1198188" y="897874"/>
                </a:lnTo>
                <a:lnTo>
                  <a:pt x="0" y="897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38722" y="899934"/>
            <a:ext cx="1453755" cy="1089385"/>
          </a:xfrm>
          <a:custGeom>
            <a:avLst/>
            <a:gdLst/>
            <a:ahLst/>
            <a:cxnLst/>
            <a:rect r="r" b="b" t="t" l="l"/>
            <a:pathLst>
              <a:path h="1089385" w="1453755">
                <a:moveTo>
                  <a:pt x="0" y="0"/>
                </a:moveTo>
                <a:lnTo>
                  <a:pt x="1453755" y="0"/>
                </a:lnTo>
                <a:lnTo>
                  <a:pt x="1453755" y="1089385"/>
                </a:lnTo>
                <a:lnTo>
                  <a:pt x="0" y="10893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ACBC7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FFFFE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F5B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35817" y="7958470"/>
            <a:ext cx="1757030" cy="1757030"/>
          </a:xfrm>
          <a:custGeom>
            <a:avLst/>
            <a:gdLst/>
            <a:ahLst/>
            <a:cxnLst/>
            <a:rect r="r" b="b" t="t" l="l"/>
            <a:pathLst>
              <a:path h="1757030" w="1757030">
                <a:moveTo>
                  <a:pt x="0" y="0"/>
                </a:moveTo>
                <a:lnTo>
                  <a:pt x="1757030" y="0"/>
                </a:lnTo>
                <a:lnTo>
                  <a:pt x="1757030" y="1757030"/>
                </a:lnTo>
                <a:lnTo>
                  <a:pt x="0" y="1757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6670" y="7046792"/>
            <a:ext cx="2160299" cy="1618841"/>
          </a:xfrm>
          <a:custGeom>
            <a:avLst/>
            <a:gdLst/>
            <a:ahLst/>
            <a:cxnLst/>
            <a:rect r="r" b="b" t="t" l="l"/>
            <a:pathLst>
              <a:path h="1618841" w="2160299">
                <a:moveTo>
                  <a:pt x="0" y="0"/>
                </a:moveTo>
                <a:lnTo>
                  <a:pt x="2160300" y="0"/>
                </a:lnTo>
                <a:lnTo>
                  <a:pt x="2160300" y="1618841"/>
                </a:lnTo>
                <a:lnTo>
                  <a:pt x="0" y="16188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68006" y="8817626"/>
            <a:ext cx="1198188" cy="897874"/>
          </a:xfrm>
          <a:custGeom>
            <a:avLst/>
            <a:gdLst/>
            <a:ahLst/>
            <a:cxnLst/>
            <a:rect r="r" b="b" t="t" l="l"/>
            <a:pathLst>
              <a:path h="897874" w="1198188">
                <a:moveTo>
                  <a:pt x="0" y="0"/>
                </a:moveTo>
                <a:lnTo>
                  <a:pt x="1198188" y="0"/>
                </a:lnTo>
                <a:lnTo>
                  <a:pt x="1198188" y="897874"/>
                </a:lnTo>
                <a:lnTo>
                  <a:pt x="0" y="897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38722" y="899934"/>
            <a:ext cx="1453755" cy="1089385"/>
          </a:xfrm>
          <a:custGeom>
            <a:avLst/>
            <a:gdLst/>
            <a:ahLst/>
            <a:cxnLst/>
            <a:rect r="r" b="b" t="t" l="l"/>
            <a:pathLst>
              <a:path h="1089385" w="1453755">
                <a:moveTo>
                  <a:pt x="0" y="0"/>
                </a:moveTo>
                <a:lnTo>
                  <a:pt x="1453755" y="0"/>
                </a:lnTo>
                <a:lnTo>
                  <a:pt x="1453755" y="1089385"/>
                </a:lnTo>
                <a:lnTo>
                  <a:pt x="0" y="10893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7250" y="517524"/>
            <a:ext cx="12782550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ACBC7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Dodaj tytuł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2595033"/>
            <a:ext cx="2609850" cy="63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sz="3648">
                <a:solidFill>
                  <a:srgbClr val="FFFFE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Dodaj tekst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DAHC5LsJ-fQ</dc:identifier>
  <dcterms:modified xsi:type="dcterms:W3CDTF">2011-08-01T06:04:30Z</dcterms:modified>
  <cp:revision>1</cp:revision>
  <dc:title>Prezentacja_vA</dc:title>
</cp:coreProperties>
</file>