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ae82c2c5a1486d" /><Relationship Type="http://schemas.openxmlformats.org/officeDocument/2006/relationships/extended-properties" Target="/docProps/app.xml" Id="R48163e65c5a04cb1" /><Relationship Type="http://schemas.openxmlformats.org/officeDocument/2006/relationships/officeDocument" Target="/ppt/presentation.xml" Id="R487077fed06148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d54d2334f4d5f"/>
  </p:sldMasterIdLst>
  <p:notesMasterIdLst>
    <p:notesMasterId xmlns:r="http://schemas.openxmlformats.org/officeDocument/2006/relationships" r:id="R51f644b870454220"/>
  </p:notesMasterIdLst>
  <p:sldIdLst>
    <p:sldId xmlns:r="http://schemas.openxmlformats.org/officeDocument/2006/relationships" id="256" r:id="R0bac5f4e938d4a0d"/>
    <p:sldId xmlns:r="http://schemas.openxmlformats.org/officeDocument/2006/relationships" id="257" r:id="Re688ad88b6e646b7"/>
    <p:sldId xmlns:r="http://schemas.openxmlformats.org/officeDocument/2006/relationships" id="258" r:id="R6b43dc8887c7499e"/>
    <p:sldId xmlns:r="http://schemas.openxmlformats.org/officeDocument/2006/relationships" id="259" r:id="R229577e7e0f24b49"/>
    <p:sldId xmlns:r="http://schemas.openxmlformats.org/officeDocument/2006/relationships" id="260" r:id="R8c7967a3fde84f9c"/>
    <p:sldId xmlns:r="http://schemas.openxmlformats.org/officeDocument/2006/relationships" id="261" r:id="R383b411b3d2c4a75"/>
    <p:sldId xmlns:r="http://schemas.openxmlformats.org/officeDocument/2006/relationships" id="262" r:id="R2490e4847b0d4c0a"/>
    <p:sldId xmlns:r="http://schemas.openxmlformats.org/officeDocument/2006/relationships" id="263" r:id="Rd3c1c2a5008249dc"/>
    <p:sldId xmlns:r="http://schemas.openxmlformats.org/officeDocument/2006/relationships" id="264" r:id="Ra9f9113cdc9e4ad4"/>
    <p:sldId xmlns:r="http://schemas.openxmlformats.org/officeDocument/2006/relationships" id="265" r:id="R568a939aa00d4b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5b76d889ca40b1" /><Relationship Type="http://schemas.openxmlformats.org/officeDocument/2006/relationships/slideMaster" Target="/ppt/slideMasters/slideMaster1.xml" Id="Rebbd54d2334f4d5f" /><Relationship Type="http://schemas.openxmlformats.org/officeDocument/2006/relationships/notesMaster" Target="/ppt/notesMasters/notesMaster1.xml" Id="R51f644b870454220" /><Relationship Type="http://schemas.openxmlformats.org/officeDocument/2006/relationships/presProps" Target="/ppt/presProps.xml" Id="Re16163db79a545a6" /><Relationship Type="http://schemas.openxmlformats.org/officeDocument/2006/relationships/tableStyles" Target="/ppt/tableStyles.xml" Id="R29ed8beb5b574a20" /><Relationship Type="http://schemas.openxmlformats.org/officeDocument/2006/relationships/slide" Target="/ppt/slides/slide1.xml" Id="R0bac5f4e938d4a0d" /><Relationship Type="http://schemas.openxmlformats.org/officeDocument/2006/relationships/slide" Target="/ppt/slides/slide2.xml" Id="Re688ad88b6e646b7" /><Relationship Type="http://schemas.openxmlformats.org/officeDocument/2006/relationships/slide" Target="/ppt/slides/slide3.xml" Id="R6b43dc8887c7499e" /><Relationship Type="http://schemas.openxmlformats.org/officeDocument/2006/relationships/slide" Target="/ppt/slides/slide4.xml" Id="R229577e7e0f24b49" /><Relationship Type="http://schemas.openxmlformats.org/officeDocument/2006/relationships/slide" Target="/ppt/slides/slide5.xml" Id="R8c7967a3fde84f9c" /><Relationship Type="http://schemas.openxmlformats.org/officeDocument/2006/relationships/slide" Target="/ppt/slides/slide6.xml" Id="R383b411b3d2c4a75" /><Relationship Type="http://schemas.openxmlformats.org/officeDocument/2006/relationships/slide" Target="/ppt/slides/slide7.xml" Id="R2490e4847b0d4c0a" /><Relationship Type="http://schemas.openxmlformats.org/officeDocument/2006/relationships/slide" Target="/ppt/slides/slide8.xml" Id="Rd3c1c2a5008249dc" /><Relationship Type="http://schemas.openxmlformats.org/officeDocument/2006/relationships/slide" Target="/ppt/slides/slide9.xml" Id="Ra9f9113cdc9e4ad4" /><Relationship Type="http://schemas.openxmlformats.org/officeDocument/2006/relationships/slide" Target="/ppt/slides/slide10.xml" Id="R568a939aa00d4b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6d1d52bbb944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38c5ab727f4d67" /><Relationship Type="http://schemas.openxmlformats.org/officeDocument/2006/relationships/notesMaster" Target="/ppt/notesMasters/notesMaster1.xml" Id="R421e15669b4146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981567f3984be4" /><Relationship Type="http://schemas.openxmlformats.org/officeDocument/2006/relationships/notesMaster" Target="/ppt/notesMasters/notesMaster1.xml" Id="R5322b8e436704e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215a0efcad4c07" /><Relationship Type="http://schemas.openxmlformats.org/officeDocument/2006/relationships/notesMaster" Target="/ppt/notesMasters/notesMaster1.xml" Id="R45e7e165b37741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9b673261514665" /><Relationship Type="http://schemas.openxmlformats.org/officeDocument/2006/relationships/notesMaster" Target="/ppt/notesMasters/notesMaster1.xml" Id="Re7205cc7bd7a46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c28b2088ee498d" /><Relationship Type="http://schemas.openxmlformats.org/officeDocument/2006/relationships/notesMaster" Target="/ppt/notesMasters/notesMaster1.xml" Id="Rf6eac871757b4d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ffffb02f904c9f" /><Relationship Type="http://schemas.openxmlformats.org/officeDocument/2006/relationships/notesMaster" Target="/ppt/notesMasters/notesMaster1.xml" Id="R07d13f953ff941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b1e31f00304103" /><Relationship Type="http://schemas.openxmlformats.org/officeDocument/2006/relationships/notesMaster" Target="/ppt/notesMasters/notesMaster1.xml" Id="Rbd19cb7d40bb4b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252c974b084fab" /><Relationship Type="http://schemas.openxmlformats.org/officeDocument/2006/relationships/notesMaster" Target="/ppt/notesMasters/notesMaster1.xml" Id="Re29aea3e288d4a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e277933a474f2f" /><Relationship Type="http://schemas.openxmlformats.org/officeDocument/2006/relationships/notesMaster" Target="/ppt/notesMasters/notesMaster1.xml" Id="R0c45474ee76149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5eca07fdda4eb6" /><Relationship Type="http://schemas.openxmlformats.org/officeDocument/2006/relationships/notesMaster" Target="/ppt/notesMasters/notesMaster1.xml" Id="R2b1a9775f86049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Treść: /home/spasz/python/teachings/issue_kurs_kamch_lubecko/Dyrektorium KAMCH 2.5.2017.pdf. Ilustracja wygenerowana na potrzeby projektu KAMCh.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Treść: /home/spasz/python/teachings/issue_kurs_kamch_lubecko/Dyrektorium KAMCH 2.5.2017.pdf, s. 2-5. Ilustracja wygenerowana na potrzeby projektu KAMCh.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Treść: /home/spasz/python/teachings/issue_kurs_kamch_lubecko/Dyrektorium KAMCH 2.5.2017.pdf, s. 6-11. Ilustracja wygenerowana na potrzeby projektu KAMCh.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Treść: /home/spasz/python/teachings/issue_kurs_kamch_lubecko/Dyrektorium KAMCH 2.5.2017.pdf, s. 12-16. Ilustracja wygenerowana na potrzeby projektu KAMCh.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Treść: /home/spasz/python/teachings/issue_kurs_kamch_lubecko/Dyrektorium KAMCH 2.5.2017.pdf, s. 17-20. Ilustracja wygenerowana na potrzeby projektu KAMCh.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Treść: /home/spasz/python/teachings/issue_kurs_kamch_lubecko/Dyrektorium KAMCH 2.5.2017.pdf, s. 21-24. Ilustracja wygenerowana na potrzeby projektu KAMCh.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Treść: /home/spasz/python/teachings/issue_kurs_kamch_lubecko/Dyrektorium KAMCH 2.5.2017.pdf, s. 25-29. Ilustracja wygenerowana na potrzeby projektu KAMCh.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Treść: /home/spasz/python/teachings/issue_kurs_kamch_lubecko/Dyrektorium KAMCH 2.5.2017.pdf, s. 30-35. Ilustracja wygenerowana na potrzeby projektu KAMCh.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Treść: /home/spasz/python/teachings/issue_kurs_kamch_lubecko/Dyrektorium KAMCH 2.5.2017.pdf, s. 36-41. Ilustracja wygenerowana na potrzeby projektu KAMCh.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Synteza tematów na podstawie /home/spasz/python/teachings/issue_kurs_kamch_lubecko/Dyrektorium KAMCH 2.5.2017.pdf, s. 2-41. Ilustracja wygenerowana na potrzeby projektu KAMCh.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8b4bbce9c47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a1364288246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551cb214e4c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a1355076d48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4542fb5c245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ff3f1ba41441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ECA484-244A-4DCF-A001-86EC0AD1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2E4314-C87A-4E11-B541-E278C3D2BC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F0D833-63CD-487F-A531-AF9642C6C6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006830-F2A4-4B64-81F4-4BBE1B9340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D192FD-1D50-4926-9B78-10AE56AE50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6A24AA-04FE-4D5C-8D12-330265E1C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EFDEC9-FB0D-4820-8248-A7C6BCE8E2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94863F-97ED-4086-A633-CC7AEF7DA8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F91F10-A2CC-411E-8DF7-B28858A84A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AC5F45-7A4E-4567-80C6-06B4D568FB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9f2a08421c4b7d" /><Relationship Type="http://schemas.openxmlformats.org/officeDocument/2006/relationships/slideLayout" Target="/ppt/slideLayouts/slideLayout1.xml" Id="R04357354d01d44bc" /><Relationship Type="http://schemas.openxmlformats.org/officeDocument/2006/relationships/slideLayout" Target="/ppt/slideLayouts/slideLayout2.xml" Id="R147fb10b13554536" /><Relationship Type="http://schemas.openxmlformats.org/officeDocument/2006/relationships/slideLayout" Target="/ppt/slideLayouts/slideLayout3.xml" Id="R91043c3537144033" /><Relationship Type="http://schemas.openxmlformats.org/officeDocument/2006/relationships/slideLayout" Target="/ppt/slideLayouts/slideLayout4.xml" Id="R0514339e667d4ed0" /><Relationship Type="http://schemas.openxmlformats.org/officeDocument/2006/relationships/slideLayout" Target="/ppt/slideLayouts/slideLayout5.xml" Id="Re92f908411bf46cd" /><Relationship Type="http://schemas.openxmlformats.org/officeDocument/2006/relationships/slideLayout" Target="/ppt/slideLayouts/slideLayout6.xml" Id="Rda289f67d56b48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357354d01d44bc"/>
    <p:sldLayoutId xmlns:r="http://schemas.openxmlformats.org/officeDocument/2006/relationships" id="2147483650" r:id="R147fb10b13554536"/>
    <p:sldLayoutId xmlns:r="http://schemas.openxmlformats.org/officeDocument/2006/relationships" id="2147483651" r:id="R91043c3537144033"/>
    <p:sldLayoutId xmlns:r="http://schemas.openxmlformats.org/officeDocument/2006/relationships" id="2147483652" r:id="R0514339e667d4ed0"/>
    <p:sldLayoutId xmlns:r="http://schemas.openxmlformats.org/officeDocument/2006/relationships" id="2147483653" r:id="Re92f908411bf46cd"/>
    <p:sldLayoutId xmlns:r="http://schemas.openxmlformats.org/officeDocument/2006/relationships" id="2147483654" r:id="Rda289f67d56b48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294072f7a542e3" /><Relationship Type="http://schemas.openxmlformats.org/officeDocument/2006/relationships/image" Target="/ppt/media/image.png" Id="R68667e79e4aa4b5d" /><Relationship Type="http://schemas.openxmlformats.org/officeDocument/2006/relationships/notesSlide" Target="/ppt/notesSlides/notesSlide1.xml" Id="R19ab891b02d948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1e84537e0b4d7e" /><Relationship Type="http://schemas.openxmlformats.org/officeDocument/2006/relationships/image" Target="/ppt/media/image2.png" Id="Rde585b8f793b4869" /><Relationship Type="http://schemas.openxmlformats.org/officeDocument/2006/relationships/notesSlide" Target="/ppt/notesSlides/notesSlide2.xml" Id="Rafe199540abf46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3a85e31bcb4447" /><Relationship Type="http://schemas.openxmlformats.org/officeDocument/2006/relationships/image" Target="/ppt/media/image3.png" Id="R12fa7ee02b0540b7" /><Relationship Type="http://schemas.openxmlformats.org/officeDocument/2006/relationships/notesSlide" Target="/ppt/notesSlides/notesSlide3.xml" Id="R0f6450d8b2444d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e5106300a4a6a" /><Relationship Type="http://schemas.openxmlformats.org/officeDocument/2006/relationships/image" Target="/ppt/media/image4.png" Id="R670d820557064726" /><Relationship Type="http://schemas.openxmlformats.org/officeDocument/2006/relationships/notesSlide" Target="/ppt/notesSlides/notesSlide4.xml" Id="Rb489712e67c54c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d67cebead4ee3" /><Relationship Type="http://schemas.openxmlformats.org/officeDocument/2006/relationships/image" Target="/ppt/media/image5.png" Id="Re2c5e2d47f8b4434" /><Relationship Type="http://schemas.openxmlformats.org/officeDocument/2006/relationships/notesSlide" Target="/ppt/notesSlides/notesSlide5.xml" Id="R284fd924563242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b727a893374b30" /><Relationship Type="http://schemas.openxmlformats.org/officeDocument/2006/relationships/image" Target="/ppt/media/image6.png" Id="R55d20c810deb4be9" /><Relationship Type="http://schemas.openxmlformats.org/officeDocument/2006/relationships/notesSlide" Target="/ppt/notesSlides/notesSlide6.xml" Id="R14b89960ed0d43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af02dd89584d56" /><Relationship Type="http://schemas.openxmlformats.org/officeDocument/2006/relationships/image" Target="/ppt/media/image7.png" Id="R077024e85c5840a4" /><Relationship Type="http://schemas.openxmlformats.org/officeDocument/2006/relationships/notesSlide" Target="/ppt/notesSlides/notesSlide7.xml" Id="R8cc67db62e6c45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98d4cfe334fa7" /><Relationship Type="http://schemas.openxmlformats.org/officeDocument/2006/relationships/image" Target="/ppt/media/image8.png" Id="R6b01f413f7624cb0" /><Relationship Type="http://schemas.openxmlformats.org/officeDocument/2006/relationships/notesSlide" Target="/ppt/notesSlides/notesSlide8.xml" Id="Rc8fca91bf15f44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56185b0d0e41ba" /><Relationship Type="http://schemas.openxmlformats.org/officeDocument/2006/relationships/image" Target="/ppt/media/image9.png" Id="Rfc41bf87d1d44e27" /><Relationship Type="http://schemas.openxmlformats.org/officeDocument/2006/relationships/notesSlide" Target="/ppt/notesSlides/notesSlide9.xml" Id="Rb9f591173bbc4b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01e7ad5fa64cde" /><Relationship Type="http://schemas.openxmlformats.org/officeDocument/2006/relationships/image" Target="/ppt/media/image10.png" Id="R0649ed11669644bc" /><Relationship Type="http://schemas.openxmlformats.org/officeDocument/2006/relationships/notesSlide" Target="/ppt/notesSlides/notesSlide10.xml" Id="R92cc1a98a1a247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30022-717C-4C94-AE38-74218B84AC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67e79e4aa4b5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864B8-FB7F-46F1-A2E1-0A2B8427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KURS ANIMACJI MODLITWY CHARYZMATYCZNEJ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28D8B-6801-4087-B77C-16F0965D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7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KAMCh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C5F6E-0E7C-447C-B5FC-A7EA6B99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Widok z lotu ptaka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909F4-B310-4859-802E-C88C7DBD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4001F-9522-4F7A-8921-49518A72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Cele, treść, zabiegi dydaktyczne, dynamiki i rekwizyty wszystkich tematów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BED7A-14BB-4290-BF5D-F17D17AA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na podstawie Dyrektorium KAMCh 2017</a:t>
            </a:r>
          </a:p>
        </p:txBody>
      </p:sp>
    </p:spTree>
    <p:extLst>
      <p:ext uri="{BB962C8B-B14F-4D97-AF65-F5344CB8AC3E}">
        <p14:creationId xmlns:p14="http://schemas.microsoft.com/office/powerpoint/2010/main" val="7904329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D68518-6487-4B16-AEDD-B8D2BEE8E1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85b8f793b48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F6E6F-D85E-4625-83E3-720A6E9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286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7F0DF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E0FE5-BF1C-4276-8378-16B3AEAD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WPROWADZENIE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DB149-56F7-4E3C-8E10-3B5D3146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638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Szukaj obecności Boga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09279-3FA5-45C6-BFFD-97701274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CEL  Zachęcić do pełnego wejścia w kurs.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86B20-FDB9-43B6-B122-D6DDDA2B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4248E-1EF3-45E6-A341-F8321DA6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NAJWAŻNIEJSZE PUNKTY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09CB3-0F12-4BEC-BC7E-649651B2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84950-251E-4836-8EEB-8426EDA1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Animacja modlitwy oznacza ożywianie relacji z Bogiem.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31F26-BC4C-4AF0-9D3D-042BBFF0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6B155-B2FF-4D3D-8E63-2035C1B4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Bóg zaprasza do szukania Go całym sercem także w trudnym czasie.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39D1B-A123-4FC8-9793-B0D712D1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8C392-0F87-40CB-950E-14954150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Modlitwa przypomina wejście na górę spotkania z Bogiem.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E2C5D-D0B9-4002-BF00-A3A37A17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BF5D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EFF16-96E9-41D9-B80A-E265A6A9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1047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D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D3014-0341-464D-B262-49365B2D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55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ZABIEG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29E8F-E6C1-461F-826B-52D6812A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Pieśń „Kto wstąpi na górę Pana”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0923B-4EDE-4475-A7E6-76D50917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455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Uczestnicy słuchają pieśni, która budzi pragnienie szukania obecności Boga i wejścia na górę spotkania.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5E8D5-A976-406A-8D98-11A3FB54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4048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527A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AE863-8503-45FA-9242-9EB02EAE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1047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F6737-CB9D-4164-AA61-383A9096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629150"/>
            <a:ext cx="3648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DYNAMIKA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CD922-FC00-401E-953F-7F87F4BD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819650"/>
            <a:ext cx="3648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Wejście na górę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7363B-8446-4417-8673-C85E69AF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105400"/>
            <a:ext cx="3648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Każdy zapisuje swoje imię i umieszcza je na plakacie góry jako znak osobistej decyzji wejścia w kurs.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C644F4-16F7-4F2C-863D-81EFA9F5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73A4E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0F698-E24E-4562-86FE-0C2A5147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1102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REKWIZYTY  nagranie pieśni, plakat góry, karteczki samoprzylepne, długopisy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3560DA-53EC-4A6E-9736-1B6CEBEB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CC6FC7-67F6-4BF5-B30D-E7CFB162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Dyrektorium KAMCh 2017, s. 2-5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38520-EE7D-4D7A-BDDD-99F92EB2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74301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03F97-1989-41F0-BD0B-C5105670A7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a7ee02b0540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6631C-84D0-483A-9FF5-3A41863D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286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7F0DF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19C2E-23A9-44FB-B7C7-64A93228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TEMAT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BB9C4-3194-44F4-8325-002AC90C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638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Sekret Piotra i Jana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9EDF4-62AE-4F1F-B6DC-C3C9FD77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CEL  Połączyć modlitwę osobistą z misją.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7EFE4-71C5-4286-B06A-B16F37C3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B9039-3BDA-4C4A-A81F-ACC6691D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NAJWAŻNIEJSZE PUNKTY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84348-F6AF-4924-B224-9A70CEDD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8C21D-CD1E-49EF-B857-8744A8F0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Modlitwa i ewangelizacja tworzą jeden rytm.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3F1AE-0F41-4DBE-98D4-47407EE6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70B1F-548D-4739-96F9-22523205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Modlitwa osobista karmi życie z Bogiem i napełnia Duchem.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C381D-4A09-4E62-8922-4A3030D3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29962-C666-4352-99BF-D2DE8D2F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Kerygmat i świadectwo prowadzą innych do Jezusa.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10767-0BD8-4AFC-9779-D98A700B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BF5D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605BF-BCD3-469C-B6B2-5426B998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104775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D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1332E-F6F6-4C0C-9770-AB62C520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38400"/>
            <a:ext cx="436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ZABIEG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F3BC7-393E-4385-9CC7-601F0B6F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289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Karmienie chlebem I i II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FDD62-A88D-480F-BE04-8FF4C17A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43624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Najpierw prowadzący spożywa chleb jako obraz codziennego karmienia się Chrystusem. Potem rozdaje go uczestnikom jako obraz ewangelizacji.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71454-8B42-4780-8C86-E3ED483A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29150"/>
            <a:ext cx="4048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527A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735E99-51BA-4C71-A35C-348A24EE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29150"/>
            <a:ext cx="1047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C3A05-7655-4F03-98E5-D276CE62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733925"/>
            <a:ext cx="3648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DYNAMIKA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3E505-C5D6-45B5-98A0-07D983B0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924425"/>
            <a:ext cx="3648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Modlitwa osobista schematem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998103-99F6-41D2-AA0D-72A21FA7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210175"/>
            <a:ext cx="3648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Uczestnicy modlą się indywidualnie przez 15 minut według poznanego schematu. Po powrocie krótko dzielą się doświadczeniem.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DBC92-B68D-4798-BF1F-2F67AE99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73A4E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5500CA-57DB-40D0-9D18-92180027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1102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REKWIZYTY  koszyk, chleb dla uczestników, schemat modlitwy osobistej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179D8-0FF2-4AD9-97BD-777EE17E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423F8-1E6F-4F13-8997-7F459C3E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Dyrektorium KAMCh 2017, s. 6-11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FB355E-88F8-4319-8516-CC9815CF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84583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5C8541-A847-42FA-A6A5-DD733C4B3A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d82055706472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52092-1407-402E-BD88-C2861EE1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286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7F0DF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54B7D-08D5-4CF6-A792-0F827F21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TEMAT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4B131-0861-4388-989E-5F2A6E56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638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Prowadzenie modlitwy osobistej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6B419-EBE0-4EDA-A377-7263C365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CEL  Dać praktyczne wskazówki do owocnej modlitwy.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66CA3-76D2-4E09-A256-74CEE871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0B604-97C5-4991-8AFC-FEEC9F6D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NAJWAŻNIEJSZE PUNKTY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3857A-58EB-47A1-AC08-9C0E9546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4B067-2E1B-4264-822E-E01A016B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Bóg na modlitwie nie przychodzi z pustymi rękami.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D317F-7D89-4EFB-A70A-DC194B6B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F0CD8-A0A9-4F0F-9C32-A7E46689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Spotkanie wymaga decyzji, wytrwałości i słuchania.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43DC2-58FB-4DDB-8974-49665715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ACB05-35F7-42D3-B26D-F2A19E7D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Rozeznanie łączy Słowo, naukę Kościoła, natchnienia i rozsądek.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1C8D7-CD1B-4864-A328-C6D2CD86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5334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BF5D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32B5F-CDAA-4798-9230-9B35F2A8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1047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D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437CF-C7F7-4050-A9A4-F2F84EEF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93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ZABIEGI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44CF6-78A4-4A62-BEC7-891D6C6A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Termometr i „Zostałeś obmyty”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5BEB5-889F-4562-961D-5EC0C367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493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Termometr oddziela uczucia od prawdy. Prowadzący brudzi rękę i obmywa ją wodą, pokazując, że grzech nie zamyka drogi do Boga.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9B15F-6AD9-4ABF-8DA4-9407E588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4000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527A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23456-5202-4282-82AD-C9FCC9E8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1047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9FD2D-6729-457D-B07E-B14508A5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9625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DYNAMIKA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D3D00-3376-4BAF-B68C-1F726F0E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10125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Spotkanie z Ukochanym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CA94A-6293-45F4-B9B4-D3476DB0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95875"/>
            <a:ext cx="3600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Uczestnik przeznacza 10 minut na modlitwę, 10 minut na słuchanie i 10 minut na rozeznanie tego, co mówi Bóg.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5932F8-CBD1-4E54-A3C2-9F311510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73A4E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B3F7C3-12F4-4DF0-8EBF-0A3AB7ED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1102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REKWIZYTY  tradycyjny termometr, materiał brudzący rękę, przezroczysty dzbanek, woda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E1B66-DABA-4409-AB0D-6B75FE4C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8EAF3D-64AE-405E-B62F-BD04540F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Dyrektorium KAMCh 2017, s. 12-16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C4A189-2581-46B3-8C0E-02677892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42769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333B92-D66B-4FF1-98F6-0F044FC527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5e2d47f8b443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085E5-0798-4F80-9926-DB6D4852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286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7F0DF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E2D6B-0923-4645-8129-4919A8EE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TEMAT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0DA03-8E7E-40D2-B13A-9B488518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638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Pięćdziesiątnica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40780-906A-4742-8FF1-3F07D62A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CEL  Ukazać zanurzenie w Duchu jako cel modlitwy.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BE7B5-A5F3-49DE-AD42-225EC98C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0887D-B55B-4876-AD3B-6994D47D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NAJWAŻNIEJSZE PUNKTY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16906-CFF6-45CC-A4E2-424E3EF8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14181-D5C1-4C2B-ABBF-0E841652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Duch Święty prowadzi do spotkania z Bogiem.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76DA5-C2DF-4908-81AA-DF530F5E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FCEA6-7C4F-4500-9ADA-36DF4B17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Duch chce prowadzić wszystkie dziedziny życia.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0328C-ADEE-433F-A03A-B7B47EFF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B7146-8DF6-4677-BF9F-76A32477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Pełna zależność od Ducha przynosi przemianę i owoc.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DC989-3BC8-480F-BC3F-85804119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4095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BF5D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D77F6-DFCC-4946-944E-332F6DD9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10477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D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0CBC3-D33F-4717-8B6F-E2C5ADE0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ZABIEG DYDAKTYCZNY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C349D-7375-4AD2-868C-5BD58E70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GPS: Duch nadaje kierunek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60525-39F9-4E9C-A893-3381052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3695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Prowadzący trzyma GPS i pokazuje, że Duch Święty prowadzi w modlitwie, decyzjach i codziennym życiu.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C7C72-BE04-41E7-8F05-24C34395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38650"/>
            <a:ext cx="4048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527A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C09BC-E228-4916-975E-BE1F23A2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38650"/>
            <a:ext cx="104775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3058D5-E0F1-4EE8-8B73-9D08C4B5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543425"/>
            <a:ext cx="3648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DYNAMIKA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515C4-3932-4D24-89F5-181F49E4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733925"/>
            <a:ext cx="3648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„Pływanie na płytkiej wodzie”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D20FFD-B361-4FA4-8387-537D8A69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019675"/>
            <a:ext cx="3648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Uczestnicy zapisują pragnienia, składają łódki, słuchają Ez 47, zanurzają łódki w wodzie i modlą się o zanurzenie w Duchu.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BBCA8-7005-478F-9351-577CBD02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73A4E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03C923-066E-40B3-8ACF-E9615351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1102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REKWIZYTY  kartki A4 lub A5, długopisy, dziecięcy basen z wodą, samochodowy GPS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4ADC0-3103-451F-89F0-8B0A6050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37EDE-A4DA-40FD-94EE-E84BFFB2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Dyrektorium KAMCh 2017, s. 17-20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0CD27C-6E06-4AD3-AC73-7F775833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36624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FF83A1-9864-44F6-9E1F-EF9C08EB7D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20c810deb4be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2FEBA-98B2-4CEB-8798-9E303256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286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7F0DF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E0DCA-620A-485B-913D-F41FB3EA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TEMAT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83E2D-94E7-42F9-8A89-1BF8CB35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638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Uwielbienie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CCF22-8EF2-4E64-B862-8371ABD4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CEL  Dać doświadczenie uwielbienia.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58819-9E13-4CF5-856E-F68E293C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9B921-EB23-4999-883E-62EB7B03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NAJWAŻNIEJSZE PUNKTY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BDB84-2C00-48A4-935F-6FFC9BB1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83C8F-6A78-430D-925D-C4137B00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Uwielbienie skupia całą modlitwę na Bogu.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61C5A-39C5-42B3-8C59-0EC237CC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D0D77-E25E-42A1-A1CC-4D2A89A4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Nie zależy od sytuacji ani od aktualnych uczuć.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CD802-366B-4488-A026-78B81C07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1D88B-91DC-4F6A-8B39-6F0C8B54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Różne formy uwielbienia prowadzą do stylu życia.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673E9-7C7C-4794-8BC9-AC00587C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5191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BF5D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66A9A-D4E6-4020-87AF-B6D1BFE5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047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D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0DFA5-6143-4714-83E0-5E1C0392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4791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ZABIEG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347A8-576D-46C0-B7EB-5BA5276D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479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Kwiatek zwrócony ku Ogrodnikowi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1AB43-3081-4514-B3B2-DC9F7DCE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47910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Kwiat pokazuje człowieka skupionego na Bogu. Ziemia oznacza pewność Jego wierności, a podlewanie i przycinanie obrazują wzrost oraz przemianę.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62EE5-8A17-4D79-98BE-30E00089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24375"/>
            <a:ext cx="3952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527A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BBB16-B09E-4245-B32B-99B7191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24375"/>
            <a:ext cx="1047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7691E-A624-455F-8F54-BB11E10C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629150"/>
            <a:ext cx="3552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DYNAMIKA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03982-8F9B-474D-AFB5-201A4684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19650"/>
            <a:ext cx="3552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Uwielbienie w praktyce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CC1AB-0785-4550-9E17-89EC29C3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05400"/>
            <a:ext cx="3552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Wspólnota przez 15 minut uwielbia śpiewem, a następnie przez 15 minut modli się chóralnie własnymi słowami.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78116-03A0-48F4-8438-1E7B3645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73A4E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16AA6-8D85-45B4-9BEE-11F61730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1102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REKWIZYTY  kwitnący kwiatek w doniczce, nożyczki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2610A-7C81-4DFB-BD38-0EFE813D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D44D4-38EA-480B-BCDB-62127DCD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Dyrektorium KAMCh 2017, s. 21-24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630E1A-19FA-4A5B-A106-6E1CCA2E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5145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DDD8C-5C2B-4D6B-B2C1-04FA7E3946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024e85c5840a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001BC-8C04-4C71-A17D-7E610346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286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7F0DF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95CF3-096C-4F5A-8F2E-EA131F2E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TEMAT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EB388-23B0-4F2E-97B6-80C9281E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638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Charyzmaty – Bóg w działaniu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B9531-7DCD-400E-B057-B14CFB19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CEL  Pokazać rolę charyzmatów i dać ich doświadczenie.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2D504-0556-40B1-8BEC-5B5D368E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311EF-1A56-41EC-95F6-95BA4E27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NAJWAŻNIEJSZE PUNKTY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F3F8B-3D14-42AA-ADCD-7F5387E7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D7559-62B1-4D3B-BAA1-46588FEF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Charyzmaty są darami łaski udzielanymi dla wspólnego dobra.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8BA8D-C6F3-4235-9E2B-8DED7840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DDA5F-F96F-4B27-B272-11E159F0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Duch daje różne dary, aby budować wspólnotę Kościoła.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65996-9497-4ECF-BF1C-F38B0FA1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EBC16-B743-402F-8D03-40BA4465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Dojrzała posługa łączy pragnienie, wiarę, współpracę i rozeznanie.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B150E-2A1A-45C6-8CD5-54F722E7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BF5D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7C31F-51A9-43E9-9ABF-6C518318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047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D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ED33A-87B2-49BB-AFE5-24D7AE9C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474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ĆWICZENIA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0E466-6B09-4F65-8E44-16E858E4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Języki i słowo poznania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FEFAC-F68A-44C5-B0F5-06A2FE9A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4743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Uczestnicy przełamują lęk przed modlitwą w językach oraz uczą się, jak Duch może korzystać z wyobraźni i ciała w słowie poznania.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EBCCE3-58FB-4F6C-AC8B-A2F69A62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76750"/>
            <a:ext cx="414337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527A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F9266-5BC0-4B04-AF29-5F376345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76750"/>
            <a:ext cx="104775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EFB53-8431-4575-B464-31F6DAE9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581525"/>
            <a:ext cx="3743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DYNAMIKA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C2730-6F8B-405D-B553-08A718F5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772025"/>
            <a:ext cx="3743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Modlitwa o charyzmaty dla wspólnoty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2CF0A9-4F56-40C5-9917-79ACB6D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57775"/>
            <a:ext cx="37433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Prowadzona modlitwa uwielbienia otwiera na języki, poznanie, proroctwo, uzdrawianie i inne dary służące wspólnocie.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FDBA9-9C9A-44DF-A4A1-EE9D40C6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73A4E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3A598-CB5B-471A-AE12-23B15810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1102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REKWIZYTY  brak osobnych rekwizytów; potrzebna przestrzeń modlitwy i doświadczona posługa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7EA55-A1B8-4EDE-B5F1-045C184A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41ACA1-6A9A-424F-8193-B3F2CB1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Dyrektorium KAMCh 2017, s. 25-29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A11EAC-0894-4E60-8C0F-466FF04E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16959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B2B5D4-C691-4BFE-AA7C-0CF77316C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1f413f7624cb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2C917-E624-4F30-974C-6CF81C06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286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7F0DF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485BF-1CD0-4BB3-93FD-454790E8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TEMAT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3C9CD-35FB-4674-AE53-A628B3F8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638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Prowadzenie modlitwy wspólnotowej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B477A-F1E6-48FE-AD2D-F8A7583F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CEL  Ukazać rolę prowadzącego spotkanie modlitewne.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371AD-2D95-4AE0-A645-53EE8CD7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3ACEF-CD69-40AA-B129-8C413F4D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NAJWAŻNIEJSZE PUNKTY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29408-BB79-4C85-B8FC-466093E8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882E6-5B95-40FB-905F-0B7A238A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Celem spotkania jest zjednoczenie z Bogiem przez uwielbienie.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48CA0-DB42-4F35-B525-66E900C6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F0E9D-4772-433D-8430-6932EF6D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Prowadzący służy pokornie, zna Boga i posiada wizję spotkania.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84504-F8CB-4809-AC94-EC30E1BC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E925D-4DE7-4446-9FB5-594B0B47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Nadaje kierunek, współpracuje z muzycznymi i unika manipulacji.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2B81B-F556-411C-878E-A789384B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48101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BF5D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4C297-D601-49E5-BE42-BDC6E2CA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047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D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CA050-20AF-454E-A302-E34B5E52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4410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SCHEMAT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63FF5-14F1-4205-97C4-5DDAE603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4410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Cztery etapy spotkania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4E9D9E-05E3-4208-9DC0-213C31C4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4410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Przygotowanie, wejście w modlitwę, modlitwa kerygmatem wraz ze słuchaniem i posługą oraz wspólne zakończenie.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A0B7A-2FC9-457B-8351-A46A2017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4191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527A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E6983-8474-47BE-8EC3-A67DC983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104775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35CF7-DA8F-48AF-AA3D-9CE3549C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81525"/>
            <a:ext cx="3790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DYNAMIKI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17661-3469-4832-890F-BFB214B2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7202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Prowadzenie i posługa w grupach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251B08-6748-4F92-9EDF-E2B221AF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57775"/>
            <a:ext cx="3790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Uczestnicy prowadzą 40-minutowe spotkanie. Potem w grupach 4–5 osób modlą się za siebie i posługują charyzmatami.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FCBA05-8283-4F8F-89D1-951E461A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73A4E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C444BF-4543-4453-B285-3199DD04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1102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REKWIZYTY  schemat modlitwy wspólnotowej na plakacie lub w prezentacji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E2A37C-DB96-4256-80DB-E7F5823E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67F023-0847-4A5B-8F9B-041E7111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Dyrektorium KAMCh 2017, s. 30-35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F30A64-3BF1-43F9-88DB-DD64E1A8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63872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5A323E-C935-4B7C-AF98-88372AA161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1bf87d1d44e2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8825E-60AE-4870-BC6E-D654A72A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286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7F0DF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12148-A9E6-4202-8440-F55B7C9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TEMAT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5A872-5A48-4759-8AE6-7F7E1DB6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638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Wspólnota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D53D9-A07C-424A-AE56-7A64C091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CEL  Ukazać biblijny model wspólnoty.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6DC8F-D02B-453F-8E2A-895DFBFC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C9AAF-F3B6-48A6-98E0-72B004F1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NAJWAŻNIEJSZE PUNKTY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E47F4-6923-4F2F-8CB8-0DF5A64A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5BD01-0EF9-468F-B3BC-2481E613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Wspólnota jest miejscem autentycznej modlitwy.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45F44-1A4A-4111-A244-57278DEB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F59AF-F0CB-4952-9144-D05D2F1A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We wspólnocie Bóg pozwala doświadczać swojego zbawienia.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61225-35B4-4E4E-AEB7-9A698E68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361DB-267D-4393-BAA4-A70F3419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Wspólnota żyje i rozwija się, gdy ewangelizuje.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4A73B-F6E0-4F02-B39F-8463F41D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BF5D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4DC3C-8132-49FA-8B27-6775390B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047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5D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7724B-4767-4941-A15E-DCAEEC6F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455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OBRAZ NAUCZANIA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81B18-684B-4AEE-98A3-577B26B0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Betlejem – Dom Chleba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56410-5A84-4203-B9B8-469AA1FE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455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Wspólnota bez Jezusa staje się miejscem głodu. Modlitwa sprawia, że wzrasta w niej Boża obecność i prawdziwy Chleb.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FA90B-7A01-41A6-A1AC-BAD85CD3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4191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7F0DF">
              <a:alpha val="96000"/>
            </a:srgbClr>
          </a:solidFill>
          <a:ln xmlns:a="http://schemas.openxmlformats.org/drawingml/2006/main" w="19050">
            <a:solidFill>
              <a:srgbClr val="527A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630F2-562B-4DBC-853C-175B074E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104775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9CF166-A10B-4EB5-A2CE-C33B97DA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81525"/>
            <a:ext cx="3790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DYNAMIKI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410AA-DEB8-4E00-9D23-EBC0FBF7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7202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Modlitwa za wspólnotę i list do Boga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F19FF-E438-4A04-AB44-9867F6C1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57775"/>
            <a:ext cx="3790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Najpierw uczestnicy modlą się za swoją wspólnotę. Następnie powierzają Bogu jej zranienia w osobistym liście składanym podczas Eucharystii.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8EA82B-2EBD-4E40-A807-84FE46D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73A4E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14738-A826-4336-AC09-D470F9EA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1102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REKWIZYTY  ładne kartki A4 dla uczestników, długopisy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17C1B-0D44-4C80-B0D2-32230474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965EC3-426F-4F26-810B-91E64C70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Dyrektorium KAMCh 2017, s. 36-41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3302A3-4E1C-47C4-97A6-6794739D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FFDF7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24686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2CE134-3C99-435E-886A-0D92343D9F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9ed11669644b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49455-2D73-4D17-A5B6-B055A431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810250" cy="609600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7F0DF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0C887-DCFC-4628-AB7F-5A74D612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CAŁY KURS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47A78-87F6-418E-A681-4C2C6473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Droga KAMCh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81F2D-F4EB-4544-89CB-15B913C1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Od osobistego spotkania do wspólnoty posłanej z Ewangelią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689FF-CC90-4388-A6D7-363D6830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1909A-484B-46AD-BB3C-B256528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Sekret Piotra i Jana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F2C32-164A-4A86-BB9D-86360A0B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modlitwa karmi ewangelizację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B9152-2E62-441B-94AF-C22EA653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E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3550C-CA0E-4C90-A186-D3D5372F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9A6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D9A6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D9A63B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889F1-A34D-4D59-BAC5-61F22A0D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812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Modlitwa osobista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336D0-EA0A-4BDD-8758-8AD05763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812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spotkanie, słuchanie i rozeznanie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44394-44C4-4B8C-A322-226ED735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E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2777F-B3EE-4195-B2CE-95F3D34B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842DE-1C67-4538-9450-401186A4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Pięćdziesiątnica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78909-7283-452B-8700-5F3BCB4D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24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prowadzenie i zanurzenie w Duchu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83947-AF9B-4630-B2DE-70A89077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E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38ADE-D8C0-45E0-B210-1E9877BA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9A6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D9A6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D9A63B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95697-B280-406E-BCFF-E0B73ECE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Uwielbienie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45ECE-5195-4B3F-A4EC-9014788D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67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spojrzenie skupione na Bogu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39561-BDFC-4D38-8F65-8EA07B9D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E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DB1D9-CBAB-49BA-AD8D-F451907F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05BED-DEEE-498D-A75F-DF87CAE8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Charyzmaty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D50ED-18A0-4FC9-AAB0-F95B8761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dary dla wspólnego dobra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3E449-BDA6-467B-8F7E-05387088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E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6C1919-7EB2-4794-A0BD-EA2F0194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52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9A6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D9A6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D9A63B"/>
                </a:solidFill>
                <a:latin typeface="Liberation Sans"/>
                <a:ea typeface="Liberation Sans"/>
                <a:cs typeface="Liberation Sans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66FA3C-D316-416D-8525-1C867359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52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Modlitwa wspólnotowa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E3B415-F3A7-4DB9-AD53-9E488D57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529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porządek, jedność i służba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172BE5-7AEF-4199-B800-34417F41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339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E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8F065-ED0F-4508-AA54-9D38D314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959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BF5D3C"/>
                </a:solidFill>
                <a:latin typeface="Liberation Sans"/>
                <a:ea typeface="Liberation Sans"/>
                <a:cs typeface="Liberation Sans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DB933-C833-4D4C-8DCF-2605CCF5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Wspólnota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D7043F-6483-4FFE-8BC8-9E55C53D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95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173A4E"/>
                </a:solidFill>
                <a:latin typeface="Liberation Sans"/>
                <a:ea typeface="Liberation Sans"/>
                <a:cs typeface="Liberation Sans"/>
              </a:rPr>
              <a:t>modlitwa, zbawienie i ewangelizacja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F663FE-CDD2-47C1-929C-1ABDE73D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E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038530-68BE-4106-8317-5F1EB2EB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527A72"/>
                </a:solidFill>
                <a:latin typeface="Liberation Sans"/>
                <a:ea typeface="Liberation Sans"/>
                <a:cs typeface="Liberation Sans"/>
              </a:rPr>
              <a:t>Kręgosłup kursu: spotkanie z Bogiem, życie w Duchu, służba i misja wspólnoty.</a:t>
            </a:r>
          </a:p>
        </p:txBody>
      </p:sp>
    </p:spTree>
    <p:extLst>
      <p:ext uri="{BB962C8B-B14F-4D97-AF65-F5344CB8AC3E}">
        <p14:creationId xmlns:p14="http://schemas.microsoft.com/office/powerpoint/2010/main" val="1195685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2026-10-11T20:21:02.9400000Z</dcterms:created>
  <dcterms:modified xsi:type="dcterms:W3CDTF">2026-10-11T20:21:02.9400000Z</dcterms:modified>
</coreProperties>
</file>